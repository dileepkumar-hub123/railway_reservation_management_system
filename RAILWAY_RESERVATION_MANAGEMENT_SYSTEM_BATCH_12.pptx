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0" r:id="rId2"/>
  </p:sldMasterIdLst>
  <p:notesMasterIdLst>
    <p:notesMasterId r:id="rId43"/>
  </p:notesMasterIdLst>
  <p:handoutMasterIdLst>
    <p:handoutMasterId r:id="rId44"/>
  </p:handoutMasterIdLst>
  <p:sldIdLst>
    <p:sldId id="256" r:id="rId3"/>
    <p:sldId id="257" r:id="rId4"/>
    <p:sldId id="428" r:id="rId5"/>
    <p:sldId id="429" r:id="rId6"/>
    <p:sldId id="430" r:id="rId7"/>
    <p:sldId id="431" r:id="rId8"/>
    <p:sldId id="432" r:id="rId9"/>
    <p:sldId id="434" r:id="rId10"/>
    <p:sldId id="438" r:id="rId11"/>
    <p:sldId id="435" r:id="rId12"/>
    <p:sldId id="437" r:id="rId13"/>
    <p:sldId id="436" r:id="rId14"/>
    <p:sldId id="439" r:id="rId15"/>
    <p:sldId id="440" r:id="rId16"/>
    <p:sldId id="441" r:id="rId17"/>
    <p:sldId id="442" r:id="rId18"/>
    <p:sldId id="443" r:id="rId19"/>
    <p:sldId id="444" r:id="rId20"/>
    <p:sldId id="445" r:id="rId21"/>
    <p:sldId id="446" r:id="rId22"/>
    <p:sldId id="477" r:id="rId23"/>
    <p:sldId id="478" r:id="rId24"/>
    <p:sldId id="479" r:id="rId25"/>
    <p:sldId id="480" r:id="rId26"/>
    <p:sldId id="481" r:id="rId27"/>
    <p:sldId id="482" r:id="rId28"/>
    <p:sldId id="483" r:id="rId29"/>
    <p:sldId id="484" r:id="rId30"/>
    <p:sldId id="485" r:id="rId31"/>
    <p:sldId id="486" r:id="rId32"/>
    <p:sldId id="455" r:id="rId33"/>
    <p:sldId id="475" r:id="rId34"/>
    <p:sldId id="456" r:id="rId35"/>
    <p:sldId id="457" r:id="rId36"/>
    <p:sldId id="458" r:id="rId37"/>
    <p:sldId id="459" r:id="rId38"/>
    <p:sldId id="476" r:id="rId39"/>
    <p:sldId id="473" r:id="rId40"/>
    <p:sldId id="474" r:id="rId41"/>
    <p:sldId id="293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DB88C-8173-4665-9309-3651BD1580F3}" v="11" dt="2026-10-02T15:05:37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24" autoAdjust="0"/>
  </p:normalViewPr>
  <p:slideViewPr>
    <p:cSldViewPr>
      <p:cViewPr varScale="1">
        <p:scale>
          <a:sx n="84" d="100"/>
          <a:sy n="84" d="100"/>
        </p:scale>
        <p:origin x="44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eep kumar" userId="2078ea5608ee211d" providerId="LiveId" clId="{AADA93CB-05B3-4842-BFED-FB84C59C4D11}"/>
    <pc:docChg chg="undo custSel addSld delSld modSld">
      <pc:chgData name="dileep kumar" userId="2078ea5608ee211d" providerId="LiveId" clId="{AADA93CB-05B3-4842-BFED-FB84C59C4D11}" dt="2026-10-02T15:05:37.405" v="193"/>
      <pc:docMkLst>
        <pc:docMk/>
      </pc:docMkLst>
      <pc:sldChg chg="addSp modSp mod">
        <pc:chgData name="dileep kumar" userId="2078ea5608ee211d" providerId="LiveId" clId="{AADA93CB-05B3-4842-BFED-FB84C59C4D11}" dt="2026-10-02T15:05:37.405" v="193"/>
        <pc:sldMkLst>
          <pc:docMk/>
          <pc:sldMk cId="0" sldId="256"/>
        </pc:sldMkLst>
        <pc:spChg chg="add mod">
          <ac:chgData name="dileep kumar" userId="2078ea5608ee211d" providerId="LiveId" clId="{AADA93CB-05B3-4842-BFED-FB84C59C4D11}" dt="2026-10-02T15:05:37.405" v="193"/>
          <ac:spMkLst>
            <pc:docMk/>
            <pc:sldMk cId="0" sldId="256"/>
            <ac:spMk id="3" creationId="{2C0A919D-ABC1-A3E9-7934-82A22E7E17EA}"/>
          </ac:spMkLst>
        </pc:spChg>
        <pc:spChg chg="mod">
          <ac:chgData name="dileep kumar" userId="2078ea5608ee211d" providerId="LiveId" clId="{AADA93CB-05B3-4842-BFED-FB84C59C4D11}" dt="2026-10-01T08:33:41.613" v="189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dileep kumar" userId="2078ea5608ee211d" providerId="LiveId" clId="{AADA93CB-05B3-4842-BFED-FB84C59C4D11}" dt="2026-10-01T08:33:48.290" v="190" actId="1076"/>
          <ac:spMkLst>
            <pc:docMk/>
            <pc:sldMk cId="0" sldId="256"/>
            <ac:spMk id="6" creationId="{00000000-0000-0000-0000-000000000000}"/>
          </ac:spMkLst>
        </pc:spChg>
      </pc:sldChg>
      <pc:sldChg chg="add">
        <pc:chgData name="dileep kumar" userId="2078ea5608ee211d" providerId="LiveId" clId="{AADA93CB-05B3-4842-BFED-FB84C59C4D11}" dt="2026-10-01T08:32:16.754" v="167"/>
        <pc:sldMkLst>
          <pc:docMk/>
          <pc:sldMk cId="0" sldId="257"/>
        </pc:sldMkLst>
      </pc:sldChg>
      <pc:sldChg chg="addSp delSp modSp del mod">
        <pc:chgData name="dileep kumar" userId="2078ea5608ee211d" providerId="LiveId" clId="{AADA93CB-05B3-4842-BFED-FB84C59C4D11}" dt="2026-10-01T08:33:54.592" v="191" actId="2696"/>
        <pc:sldMkLst>
          <pc:docMk/>
          <pc:sldMk cId="0" sldId="427"/>
        </pc:sldMkLst>
        <pc:picChg chg="add del">
          <ac:chgData name="dileep kumar" userId="2078ea5608ee211d" providerId="LiveId" clId="{AADA93CB-05B3-4842-BFED-FB84C59C4D11}" dt="2026-10-01T08:30:17.549" v="145" actId="22"/>
          <ac:picMkLst>
            <pc:docMk/>
            <pc:sldMk cId="0" sldId="427"/>
            <ac:picMk id="3" creationId="{E5612E4B-FF41-4D1B-3622-14079044EEA6}"/>
          </ac:picMkLst>
        </pc:picChg>
        <pc:picChg chg="add del mod">
          <ac:chgData name="dileep kumar" userId="2078ea5608ee211d" providerId="LiveId" clId="{AADA93CB-05B3-4842-BFED-FB84C59C4D11}" dt="2026-10-01T08:30:46.984" v="159" actId="22"/>
          <ac:picMkLst>
            <pc:docMk/>
            <pc:sldMk cId="0" sldId="427"/>
            <ac:picMk id="8" creationId="{46D6E786-EA99-21F9-31EB-396F35D9311E}"/>
          </ac:picMkLst>
        </pc:picChg>
        <pc:picChg chg="add del">
          <ac:chgData name="dileep kumar" userId="2078ea5608ee211d" providerId="LiveId" clId="{AADA93CB-05B3-4842-BFED-FB84C59C4D11}" dt="2026-10-01T08:30:52.696" v="161" actId="478"/>
          <ac:picMkLst>
            <pc:docMk/>
            <pc:sldMk cId="0" sldId="427"/>
            <ac:picMk id="10" creationId="{EE5FD1B7-4177-C173-E46E-C2C4B0018A6C}"/>
          </ac:picMkLst>
        </pc:picChg>
        <pc:picChg chg="add mod">
          <ac:chgData name="dileep kumar" userId="2078ea5608ee211d" providerId="LiveId" clId="{AADA93CB-05B3-4842-BFED-FB84C59C4D11}" dt="2026-10-01T08:31:25.108" v="163" actId="1076"/>
          <ac:picMkLst>
            <pc:docMk/>
            <pc:sldMk cId="0" sldId="427"/>
            <ac:picMk id="12" creationId="{5EDBDFAE-7D47-05F4-1AB3-F33CCEC3EA37}"/>
          </ac:picMkLst>
        </pc:picChg>
      </pc:sldChg>
      <pc:sldChg chg="addSp delSp modSp mod">
        <pc:chgData name="dileep kumar" userId="2078ea5608ee211d" providerId="LiveId" clId="{AADA93CB-05B3-4842-BFED-FB84C59C4D11}" dt="2026-10-01T08:12:55.018" v="7" actId="14100"/>
        <pc:sldMkLst>
          <pc:docMk/>
          <pc:sldMk cId="0" sldId="477"/>
        </pc:sldMkLst>
        <pc:spChg chg="mod">
          <ac:chgData name="dileep kumar" userId="2078ea5608ee211d" providerId="LiveId" clId="{AADA93CB-05B3-4842-BFED-FB84C59C4D11}" dt="2026-10-01T08:12:55.018" v="7" actId="14100"/>
          <ac:spMkLst>
            <pc:docMk/>
            <pc:sldMk cId="0" sldId="477"/>
            <ac:spMk id="8" creationId="{00000000-0000-0000-0000-000000000000}"/>
          </ac:spMkLst>
        </pc:spChg>
        <pc:picChg chg="del">
          <ac:chgData name="dileep kumar" userId="2078ea5608ee211d" providerId="LiveId" clId="{AADA93CB-05B3-4842-BFED-FB84C59C4D11}" dt="2026-10-01T08:12:24.255" v="0" actId="478"/>
          <ac:picMkLst>
            <pc:docMk/>
            <pc:sldMk cId="0" sldId="477"/>
            <ac:picMk id="9" creationId="{00000000-0000-0000-0000-000000000000}"/>
          </ac:picMkLst>
        </pc:picChg>
        <pc:picChg chg="add mod">
          <ac:chgData name="dileep kumar" userId="2078ea5608ee211d" providerId="LiveId" clId="{AADA93CB-05B3-4842-BFED-FB84C59C4D11}" dt="2026-10-01T08:12:39.751" v="5" actId="14100"/>
          <ac:picMkLst>
            <pc:docMk/>
            <pc:sldMk cId="0" sldId="477"/>
            <ac:picMk id="10" creationId="{B446A6E5-5843-DED2-AFBB-0910E4FB5643}"/>
          </ac:picMkLst>
        </pc:picChg>
      </pc:sldChg>
      <pc:sldChg chg="addSp delSp modSp mod">
        <pc:chgData name="dileep kumar" userId="2078ea5608ee211d" providerId="LiveId" clId="{AADA93CB-05B3-4842-BFED-FB84C59C4D11}" dt="2026-10-01T08:14:07.899" v="18" actId="14100"/>
        <pc:sldMkLst>
          <pc:docMk/>
          <pc:sldMk cId="0" sldId="478"/>
        </pc:sldMkLst>
        <pc:spChg chg="mod">
          <ac:chgData name="dileep kumar" userId="2078ea5608ee211d" providerId="LiveId" clId="{AADA93CB-05B3-4842-BFED-FB84C59C4D11}" dt="2026-10-01T08:13:50.263" v="14" actId="255"/>
          <ac:spMkLst>
            <pc:docMk/>
            <pc:sldMk cId="0" sldId="478"/>
            <ac:spMk id="8" creationId="{00000000-0000-0000-0000-000000000000}"/>
          </ac:spMkLst>
        </pc:spChg>
        <pc:picChg chg="del">
          <ac:chgData name="dileep kumar" userId="2078ea5608ee211d" providerId="LiveId" clId="{AADA93CB-05B3-4842-BFED-FB84C59C4D11}" dt="2026-10-01T08:13:32.854" v="10" actId="478"/>
          <ac:picMkLst>
            <pc:docMk/>
            <pc:sldMk cId="0" sldId="478"/>
            <ac:picMk id="9" creationId="{00000000-0000-0000-0000-000000000000}"/>
          </ac:picMkLst>
        </pc:picChg>
        <pc:picChg chg="add mod">
          <ac:chgData name="dileep kumar" userId="2078ea5608ee211d" providerId="LiveId" clId="{AADA93CB-05B3-4842-BFED-FB84C59C4D11}" dt="2026-10-01T08:14:07.899" v="18" actId="14100"/>
          <ac:picMkLst>
            <pc:docMk/>
            <pc:sldMk cId="0" sldId="478"/>
            <ac:picMk id="10" creationId="{1D73B5E2-0720-3E71-B28C-DCD91CD12F88}"/>
          </ac:picMkLst>
        </pc:picChg>
      </pc:sldChg>
      <pc:sldChg chg="addSp delSp modSp mod">
        <pc:chgData name="dileep kumar" userId="2078ea5608ee211d" providerId="LiveId" clId="{AADA93CB-05B3-4842-BFED-FB84C59C4D11}" dt="2026-10-01T08:18:37.307" v="26" actId="1076"/>
        <pc:sldMkLst>
          <pc:docMk/>
          <pc:sldMk cId="0" sldId="479"/>
        </pc:sldMkLst>
        <pc:spChg chg="mod">
          <ac:chgData name="dileep kumar" userId="2078ea5608ee211d" providerId="LiveId" clId="{AADA93CB-05B3-4842-BFED-FB84C59C4D11}" dt="2026-10-01T08:14:28.272" v="21" actId="255"/>
          <ac:spMkLst>
            <pc:docMk/>
            <pc:sldMk cId="0" sldId="479"/>
            <ac:spMk id="8" creationId="{00000000-0000-0000-0000-000000000000}"/>
          </ac:spMkLst>
        </pc:spChg>
        <pc:picChg chg="del mod">
          <ac:chgData name="dileep kumar" userId="2078ea5608ee211d" providerId="LiveId" clId="{AADA93CB-05B3-4842-BFED-FB84C59C4D11}" dt="2026-10-01T08:14:43.695" v="22" actId="478"/>
          <ac:picMkLst>
            <pc:docMk/>
            <pc:sldMk cId="0" sldId="479"/>
            <ac:picMk id="9" creationId="{00000000-0000-0000-0000-000000000000}"/>
          </ac:picMkLst>
        </pc:picChg>
        <pc:picChg chg="add mod">
          <ac:chgData name="dileep kumar" userId="2078ea5608ee211d" providerId="LiveId" clId="{AADA93CB-05B3-4842-BFED-FB84C59C4D11}" dt="2026-10-01T08:18:37.307" v="26" actId="1076"/>
          <ac:picMkLst>
            <pc:docMk/>
            <pc:sldMk cId="0" sldId="479"/>
            <ac:picMk id="10" creationId="{1D771996-E28C-45A6-1228-59F7DC01511B}"/>
          </ac:picMkLst>
        </pc:picChg>
      </pc:sldChg>
      <pc:sldChg chg="addSp delSp modSp mod">
        <pc:chgData name="dileep kumar" userId="2078ea5608ee211d" providerId="LiveId" clId="{AADA93CB-05B3-4842-BFED-FB84C59C4D11}" dt="2026-10-01T08:20:35.585" v="49" actId="1076"/>
        <pc:sldMkLst>
          <pc:docMk/>
          <pc:sldMk cId="0" sldId="480"/>
        </pc:sldMkLst>
        <pc:spChg chg="mod">
          <ac:chgData name="dileep kumar" userId="2078ea5608ee211d" providerId="LiveId" clId="{AADA93CB-05B3-4842-BFED-FB84C59C4D11}" dt="2026-10-01T08:18:58.747" v="31" actId="255"/>
          <ac:spMkLst>
            <pc:docMk/>
            <pc:sldMk cId="0" sldId="480"/>
            <ac:spMk id="8" creationId="{00000000-0000-0000-0000-000000000000}"/>
          </ac:spMkLst>
        </pc:spChg>
        <pc:spChg chg="mod">
          <ac:chgData name="dileep kumar" userId="2078ea5608ee211d" providerId="LiveId" clId="{AADA93CB-05B3-4842-BFED-FB84C59C4D11}" dt="2026-10-01T08:19:57.946" v="42" actId="14100"/>
          <ac:spMkLst>
            <pc:docMk/>
            <pc:sldMk cId="0" sldId="480"/>
            <ac:spMk id="11" creationId="{00000000-0000-0000-0000-000000000000}"/>
          </ac:spMkLst>
        </pc:spChg>
        <pc:picChg chg="del mod">
          <ac:chgData name="dileep kumar" userId="2078ea5608ee211d" providerId="LiveId" clId="{AADA93CB-05B3-4842-BFED-FB84C59C4D11}" dt="2026-10-01T08:19:13.758" v="32" actId="478"/>
          <ac:picMkLst>
            <pc:docMk/>
            <pc:sldMk cId="0" sldId="480"/>
            <ac:picMk id="9" creationId="{00000000-0000-0000-0000-000000000000}"/>
          </ac:picMkLst>
        </pc:picChg>
        <pc:picChg chg="del mod">
          <ac:chgData name="dileep kumar" userId="2078ea5608ee211d" providerId="LiveId" clId="{AADA93CB-05B3-4842-BFED-FB84C59C4D11}" dt="2026-10-01T08:20:24.807" v="43" actId="478"/>
          <ac:picMkLst>
            <pc:docMk/>
            <pc:sldMk cId="0" sldId="480"/>
            <ac:picMk id="12" creationId="{00000000-0000-0000-0000-000000000000}"/>
          </ac:picMkLst>
        </pc:picChg>
        <pc:picChg chg="add mod">
          <ac:chgData name="dileep kumar" userId="2078ea5608ee211d" providerId="LiveId" clId="{AADA93CB-05B3-4842-BFED-FB84C59C4D11}" dt="2026-10-01T08:19:24.832" v="37" actId="14100"/>
          <ac:picMkLst>
            <pc:docMk/>
            <pc:sldMk cId="0" sldId="480"/>
            <ac:picMk id="13" creationId="{DD1FBD2C-B7B1-50DA-C269-8CBEE0CF61A9}"/>
          </ac:picMkLst>
        </pc:picChg>
        <pc:picChg chg="add mod">
          <ac:chgData name="dileep kumar" userId="2078ea5608ee211d" providerId="LiveId" clId="{AADA93CB-05B3-4842-BFED-FB84C59C4D11}" dt="2026-10-01T08:20:35.585" v="49" actId="1076"/>
          <ac:picMkLst>
            <pc:docMk/>
            <pc:sldMk cId="0" sldId="480"/>
            <ac:picMk id="15" creationId="{C912ACC9-4484-85B8-6F56-40CA8756680E}"/>
          </ac:picMkLst>
        </pc:picChg>
      </pc:sldChg>
      <pc:sldChg chg="addSp delSp modSp mod">
        <pc:chgData name="dileep kumar" userId="2078ea5608ee211d" providerId="LiveId" clId="{AADA93CB-05B3-4842-BFED-FB84C59C4D11}" dt="2026-10-01T08:22:37.252" v="68" actId="14100"/>
        <pc:sldMkLst>
          <pc:docMk/>
          <pc:sldMk cId="0" sldId="481"/>
        </pc:sldMkLst>
        <pc:spChg chg="mod">
          <ac:chgData name="dileep kumar" userId="2078ea5608ee211d" providerId="LiveId" clId="{AADA93CB-05B3-4842-BFED-FB84C59C4D11}" dt="2026-10-01T08:21:25.404" v="51" actId="255"/>
          <ac:spMkLst>
            <pc:docMk/>
            <pc:sldMk cId="0" sldId="481"/>
            <ac:spMk id="8" creationId="{00000000-0000-0000-0000-000000000000}"/>
          </ac:spMkLst>
        </pc:spChg>
        <pc:spChg chg="mod">
          <ac:chgData name="dileep kumar" userId="2078ea5608ee211d" providerId="LiveId" clId="{AADA93CB-05B3-4842-BFED-FB84C59C4D11}" dt="2026-10-01T08:22:12.172" v="62" actId="1076"/>
          <ac:spMkLst>
            <pc:docMk/>
            <pc:sldMk cId="0" sldId="481"/>
            <ac:spMk id="10" creationId="{00000000-0000-0000-0000-000000000000}"/>
          </ac:spMkLst>
        </pc:spChg>
        <pc:spChg chg="mod">
          <ac:chgData name="dileep kumar" userId="2078ea5608ee211d" providerId="LiveId" clId="{AADA93CB-05B3-4842-BFED-FB84C59C4D11}" dt="2026-10-01T08:22:37.252" v="68" actId="14100"/>
          <ac:spMkLst>
            <pc:docMk/>
            <pc:sldMk cId="0" sldId="481"/>
            <ac:spMk id="11" creationId="{00000000-0000-0000-0000-000000000000}"/>
          </ac:spMkLst>
        </pc:spChg>
        <pc:picChg chg="del">
          <ac:chgData name="dileep kumar" userId="2078ea5608ee211d" providerId="LiveId" clId="{AADA93CB-05B3-4842-BFED-FB84C59C4D11}" dt="2026-10-01T08:21:37.078" v="52" actId="478"/>
          <ac:picMkLst>
            <pc:docMk/>
            <pc:sldMk cId="0" sldId="481"/>
            <ac:picMk id="9" creationId="{00000000-0000-0000-0000-000000000000}"/>
          </ac:picMkLst>
        </pc:picChg>
        <pc:picChg chg="del mod">
          <ac:chgData name="dileep kumar" userId="2078ea5608ee211d" providerId="LiveId" clId="{AADA93CB-05B3-4842-BFED-FB84C59C4D11}" dt="2026-10-01T08:22:02.539" v="58" actId="478"/>
          <ac:picMkLst>
            <pc:docMk/>
            <pc:sldMk cId="0" sldId="481"/>
            <ac:picMk id="12" creationId="{00000000-0000-0000-0000-000000000000}"/>
          </ac:picMkLst>
        </pc:picChg>
        <pc:picChg chg="add mod">
          <ac:chgData name="dileep kumar" userId="2078ea5608ee211d" providerId="LiveId" clId="{AADA93CB-05B3-4842-BFED-FB84C59C4D11}" dt="2026-10-01T08:21:49.780" v="56" actId="1076"/>
          <ac:picMkLst>
            <pc:docMk/>
            <pc:sldMk cId="0" sldId="481"/>
            <ac:picMk id="13" creationId="{CA15D7F5-E205-EC08-7C6B-672828E1EF87}"/>
          </ac:picMkLst>
        </pc:picChg>
        <pc:picChg chg="add mod">
          <ac:chgData name="dileep kumar" userId="2078ea5608ee211d" providerId="LiveId" clId="{AADA93CB-05B3-4842-BFED-FB84C59C4D11}" dt="2026-10-01T08:22:30.388" v="67" actId="14100"/>
          <ac:picMkLst>
            <pc:docMk/>
            <pc:sldMk cId="0" sldId="481"/>
            <ac:picMk id="15" creationId="{858C8145-AACF-1B45-D90F-7A7780383984}"/>
          </ac:picMkLst>
        </pc:picChg>
      </pc:sldChg>
      <pc:sldChg chg="addSp delSp modSp mod">
        <pc:chgData name="dileep kumar" userId="2078ea5608ee211d" providerId="LiveId" clId="{AADA93CB-05B3-4842-BFED-FB84C59C4D11}" dt="2026-10-01T08:24:26.040" v="92" actId="14100"/>
        <pc:sldMkLst>
          <pc:docMk/>
          <pc:sldMk cId="0" sldId="482"/>
        </pc:sldMkLst>
        <pc:spChg chg="mod">
          <ac:chgData name="dileep kumar" userId="2078ea5608ee211d" providerId="LiveId" clId="{AADA93CB-05B3-4842-BFED-FB84C59C4D11}" dt="2026-10-01T08:23:14.018" v="74" actId="14100"/>
          <ac:spMkLst>
            <pc:docMk/>
            <pc:sldMk cId="0" sldId="482"/>
            <ac:spMk id="8" creationId="{00000000-0000-0000-0000-000000000000}"/>
          </ac:spMkLst>
        </pc:spChg>
        <pc:spChg chg="mod">
          <ac:chgData name="dileep kumar" userId="2078ea5608ee211d" providerId="LiveId" clId="{AADA93CB-05B3-4842-BFED-FB84C59C4D11}" dt="2026-10-01T08:24:04.062" v="84" actId="255"/>
          <ac:spMkLst>
            <pc:docMk/>
            <pc:sldMk cId="0" sldId="482"/>
            <ac:spMk id="11" creationId="{00000000-0000-0000-0000-000000000000}"/>
          </ac:spMkLst>
        </pc:spChg>
        <pc:picChg chg="del mod">
          <ac:chgData name="dileep kumar" userId="2078ea5608ee211d" providerId="LiveId" clId="{AADA93CB-05B3-4842-BFED-FB84C59C4D11}" dt="2026-10-01T08:23:26.269" v="77" actId="478"/>
          <ac:picMkLst>
            <pc:docMk/>
            <pc:sldMk cId="0" sldId="482"/>
            <ac:picMk id="9" creationId="{00000000-0000-0000-0000-000000000000}"/>
          </ac:picMkLst>
        </pc:picChg>
        <pc:picChg chg="del mod">
          <ac:chgData name="dileep kumar" userId="2078ea5608ee211d" providerId="LiveId" clId="{AADA93CB-05B3-4842-BFED-FB84C59C4D11}" dt="2026-10-01T08:24:13.015" v="86" actId="478"/>
          <ac:picMkLst>
            <pc:docMk/>
            <pc:sldMk cId="0" sldId="482"/>
            <ac:picMk id="12" creationId="{00000000-0000-0000-0000-000000000000}"/>
          </ac:picMkLst>
        </pc:picChg>
        <pc:picChg chg="add mod">
          <ac:chgData name="dileep kumar" userId="2078ea5608ee211d" providerId="LiveId" clId="{AADA93CB-05B3-4842-BFED-FB84C59C4D11}" dt="2026-10-01T08:24:26.040" v="92" actId="14100"/>
          <ac:picMkLst>
            <pc:docMk/>
            <pc:sldMk cId="0" sldId="482"/>
            <ac:picMk id="13" creationId="{A6FB1EDE-84CC-40BF-D8BA-8F935F3EEC8C}"/>
          </ac:picMkLst>
        </pc:picChg>
        <pc:picChg chg="add mod">
          <ac:chgData name="dileep kumar" userId="2078ea5608ee211d" providerId="LiveId" clId="{AADA93CB-05B3-4842-BFED-FB84C59C4D11}" dt="2026-10-01T08:24:21.690" v="91" actId="1076"/>
          <ac:picMkLst>
            <pc:docMk/>
            <pc:sldMk cId="0" sldId="482"/>
            <ac:picMk id="15" creationId="{EEBBF9E0-B940-34F0-6ABD-1CF31336D8E2}"/>
          </ac:picMkLst>
        </pc:picChg>
      </pc:sldChg>
      <pc:sldChg chg="modSp mod">
        <pc:chgData name="dileep kumar" userId="2078ea5608ee211d" providerId="LiveId" clId="{AADA93CB-05B3-4842-BFED-FB84C59C4D11}" dt="2026-10-01T08:22:56.511" v="71" actId="255"/>
        <pc:sldMkLst>
          <pc:docMk/>
          <pc:sldMk cId="0" sldId="483"/>
        </pc:sldMkLst>
        <pc:spChg chg="mod">
          <ac:chgData name="dileep kumar" userId="2078ea5608ee211d" providerId="LiveId" clId="{AADA93CB-05B3-4842-BFED-FB84C59C4D11}" dt="2026-10-01T08:22:56.511" v="71" actId="255"/>
          <ac:spMkLst>
            <pc:docMk/>
            <pc:sldMk cId="0" sldId="483"/>
            <ac:spMk id="8" creationId="{00000000-0000-0000-0000-000000000000}"/>
          </ac:spMkLst>
        </pc:spChg>
        <pc:picChg chg="mod">
          <ac:chgData name="dileep kumar" userId="2078ea5608ee211d" providerId="LiveId" clId="{AADA93CB-05B3-4842-BFED-FB84C59C4D11}" dt="2026-10-01T08:22:46.232" v="69" actId="1076"/>
          <ac:picMkLst>
            <pc:docMk/>
            <pc:sldMk cId="0" sldId="483"/>
            <ac:picMk id="9" creationId="{00000000-0000-0000-0000-000000000000}"/>
          </ac:picMkLst>
        </pc:picChg>
      </pc:sldChg>
      <pc:sldChg chg="addSp delSp modSp mod">
        <pc:chgData name="dileep kumar" userId="2078ea5608ee211d" providerId="LiveId" clId="{AADA93CB-05B3-4842-BFED-FB84C59C4D11}" dt="2026-10-01T08:26:56.165" v="122" actId="14100"/>
        <pc:sldMkLst>
          <pc:docMk/>
          <pc:sldMk cId="0" sldId="484"/>
        </pc:sldMkLst>
        <pc:spChg chg="mod">
          <ac:chgData name="dileep kumar" userId="2078ea5608ee211d" providerId="LiveId" clId="{AADA93CB-05B3-4842-BFED-FB84C59C4D11}" dt="2026-10-01T08:26:15.501" v="110" actId="255"/>
          <ac:spMkLst>
            <pc:docMk/>
            <pc:sldMk cId="0" sldId="484"/>
            <ac:spMk id="8" creationId="{00000000-0000-0000-0000-000000000000}"/>
          </ac:spMkLst>
        </pc:spChg>
        <pc:spChg chg="mod">
          <ac:chgData name="dileep kumar" userId="2078ea5608ee211d" providerId="LiveId" clId="{AADA93CB-05B3-4842-BFED-FB84C59C4D11}" dt="2026-10-01T08:26:21.620" v="112" actId="1076"/>
          <ac:spMkLst>
            <pc:docMk/>
            <pc:sldMk cId="0" sldId="484"/>
            <ac:spMk id="10" creationId="{00000000-0000-0000-0000-000000000000}"/>
          </ac:spMkLst>
        </pc:spChg>
        <pc:spChg chg="mod">
          <ac:chgData name="dileep kumar" userId="2078ea5608ee211d" providerId="LiveId" clId="{AADA93CB-05B3-4842-BFED-FB84C59C4D11}" dt="2026-10-01T08:26:44.488" v="117" actId="1076"/>
          <ac:spMkLst>
            <pc:docMk/>
            <pc:sldMk cId="0" sldId="484"/>
            <ac:spMk id="11" creationId="{00000000-0000-0000-0000-000000000000}"/>
          </ac:spMkLst>
        </pc:spChg>
        <pc:picChg chg="del">
          <ac:chgData name="dileep kumar" userId="2078ea5608ee211d" providerId="LiveId" clId="{AADA93CB-05B3-4842-BFED-FB84C59C4D11}" dt="2026-10-01T08:25:36.646" v="103" actId="478"/>
          <ac:picMkLst>
            <pc:docMk/>
            <pc:sldMk cId="0" sldId="484"/>
            <ac:picMk id="9" creationId="{00000000-0000-0000-0000-000000000000}"/>
          </ac:picMkLst>
        </pc:picChg>
        <pc:picChg chg="del">
          <ac:chgData name="dileep kumar" userId="2078ea5608ee211d" providerId="LiveId" clId="{AADA93CB-05B3-4842-BFED-FB84C59C4D11}" dt="2026-10-01T08:25:55.159" v="105" actId="478"/>
          <ac:picMkLst>
            <pc:docMk/>
            <pc:sldMk cId="0" sldId="484"/>
            <ac:picMk id="12" creationId="{00000000-0000-0000-0000-000000000000}"/>
          </ac:picMkLst>
        </pc:picChg>
        <pc:picChg chg="add mod">
          <ac:chgData name="dileep kumar" userId="2078ea5608ee211d" providerId="LiveId" clId="{AADA93CB-05B3-4842-BFED-FB84C59C4D11}" dt="2026-10-01T08:26:56.165" v="122" actId="14100"/>
          <ac:picMkLst>
            <pc:docMk/>
            <pc:sldMk cId="0" sldId="484"/>
            <ac:picMk id="13" creationId="{A8084F78-9428-0321-B4C6-072EBB8C94AD}"/>
          </ac:picMkLst>
        </pc:picChg>
        <pc:picChg chg="add mod">
          <ac:chgData name="dileep kumar" userId="2078ea5608ee211d" providerId="LiveId" clId="{AADA93CB-05B3-4842-BFED-FB84C59C4D11}" dt="2026-10-01T08:26:53.826" v="121" actId="14100"/>
          <ac:picMkLst>
            <pc:docMk/>
            <pc:sldMk cId="0" sldId="484"/>
            <ac:picMk id="15" creationId="{23E47DE7-86AC-8326-5505-EE73008D07BC}"/>
          </ac:picMkLst>
        </pc:picChg>
      </pc:sldChg>
      <pc:sldChg chg="addSp delSp modSp mod">
        <pc:chgData name="dileep kumar" userId="2078ea5608ee211d" providerId="LiveId" clId="{AADA93CB-05B3-4842-BFED-FB84C59C4D11}" dt="2026-10-01T08:28:06.378" v="135" actId="1076"/>
        <pc:sldMkLst>
          <pc:docMk/>
          <pc:sldMk cId="0" sldId="485"/>
        </pc:sldMkLst>
        <pc:spChg chg="mod">
          <ac:chgData name="dileep kumar" userId="2078ea5608ee211d" providerId="LiveId" clId="{AADA93CB-05B3-4842-BFED-FB84C59C4D11}" dt="2026-10-01T08:27:13.730" v="124" actId="14100"/>
          <ac:spMkLst>
            <pc:docMk/>
            <pc:sldMk cId="0" sldId="485"/>
            <ac:spMk id="8" creationId="{00000000-0000-0000-0000-000000000000}"/>
          </ac:spMkLst>
        </pc:spChg>
        <pc:spChg chg="mod">
          <ac:chgData name="dileep kumar" userId="2078ea5608ee211d" providerId="LiveId" clId="{AADA93CB-05B3-4842-BFED-FB84C59C4D11}" dt="2026-10-01T08:27:24.367" v="126" actId="14100"/>
          <ac:spMkLst>
            <pc:docMk/>
            <pc:sldMk cId="0" sldId="485"/>
            <ac:spMk id="11" creationId="{00000000-0000-0000-0000-000000000000}"/>
          </ac:spMkLst>
        </pc:spChg>
        <pc:picChg chg="del">
          <ac:chgData name="dileep kumar" userId="2078ea5608ee211d" providerId="LiveId" clId="{AADA93CB-05B3-4842-BFED-FB84C59C4D11}" dt="2026-10-01T08:27:33.008" v="127" actId="478"/>
          <ac:picMkLst>
            <pc:docMk/>
            <pc:sldMk cId="0" sldId="485"/>
            <ac:picMk id="9" creationId="{00000000-0000-0000-0000-000000000000}"/>
          </ac:picMkLst>
        </pc:picChg>
        <pc:picChg chg="del">
          <ac:chgData name="dileep kumar" userId="2078ea5608ee211d" providerId="LiveId" clId="{AADA93CB-05B3-4842-BFED-FB84C59C4D11}" dt="2026-10-01T08:27:48.108" v="130" actId="478"/>
          <ac:picMkLst>
            <pc:docMk/>
            <pc:sldMk cId="0" sldId="485"/>
            <ac:picMk id="12" creationId="{00000000-0000-0000-0000-000000000000}"/>
          </ac:picMkLst>
        </pc:picChg>
        <pc:picChg chg="add mod">
          <ac:chgData name="dileep kumar" userId="2078ea5608ee211d" providerId="LiveId" clId="{AADA93CB-05B3-4842-BFED-FB84C59C4D11}" dt="2026-10-01T08:28:02.175" v="134" actId="14100"/>
          <ac:picMkLst>
            <pc:docMk/>
            <pc:sldMk cId="0" sldId="485"/>
            <ac:picMk id="13" creationId="{587E5979-223D-E9E5-87F4-1793C2724BAB}"/>
          </ac:picMkLst>
        </pc:picChg>
        <pc:picChg chg="add mod">
          <ac:chgData name="dileep kumar" userId="2078ea5608ee211d" providerId="LiveId" clId="{AADA93CB-05B3-4842-BFED-FB84C59C4D11}" dt="2026-10-01T08:28:06.378" v="135" actId="1076"/>
          <ac:picMkLst>
            <pc:docMk/>
            <pc:sldMk cId="0" sldId="485"/>
            <ac:picMk id="15" creationId="{45189DFF-B45D-53E1-5AFE-D47C03AEC3F0}"/>
          </ac:picMkLst>
        </pc:picChg>
      </pc:sldChg>
      <pc:sldChg chg="addSp delSp modSp mod">
        <pc:chgData name="dileep kumar" userId="2078ea5608ee211d" providerId="LiveId" clId="{AADA93CB-05B3-4842-BFED-FB84C59C4D11}" dt="2026-10-01T08:25:18.495" v="102" actId="14100"/>
        <pc:sldMkLst>
          <pc:docMk/>
          <pc:sldMk cId="0" sldId="486"/>
        </pc:sldMkLst>
        <pc:spChg chg="mod">
          <ac:chgData name="dileep kumar" userId="2078ea5608ee211d" providerId="LiveId" clId="{AADA93CB-05B3-4842-BFED-FB84C59C4D11}" dt="2026-10-01T08:25:02.867" v="98" actId="255"/>
          <ac:spMkLst>
            <pc:docMk/>
            <pc:sldMk cId="0" sldId="486"/>
            <ac:spMk id="8" creationId="{00000000-0000-0000-0000-000000000000}"/>
          </ac:spMkLst>
        </pc:spChg>
        <pc:picChg chg="del mod">
          <ac:chgData name="dileep kumar" userId="2078ea5608ee211d" providerId="LiveId" clId="{AADA93CB-05B3-4842-BFED-FB84C59C4D11}" dt="2026-10-01T08:24:52.599" v="95" actId="478"/>
          <ac:picMkLst>
            <pc:docMk/>
            <pc:sldMk cId="0" sldId="486"/>
            <ac:picMk id="9" creationId="{00000000-0000-0000-0000-000000000000}"/>
          </ac:picMkLst>
        </pc:picChg>
        <pc:picChg chg="add mod">
          <ac:chgData name="dileep kumar" userId="2078ea5608ee211d" providerId="LiveId" clId="{AADA93CB-05B3-4842-BFED-FB84C59C4D11}" dt="2026-10-01T08:25:18.495" v="102" actId="14100"/>
          <ac:picMkLst>
            <pc:docMk/>
            <pc:sldMk cId="0" sldId="486"/>
            <ac:picMk id="10" creationId="{D0702B6C-3456-6A5F-24DD-A9F4943CD0C9}"/>
          </ac:picMkLst>
        </pc:picChg>
      </pc:sldChg>
      <pc:sldChg chg="add del setBg">
        <pc:chgData name="dileep kumar" userId="2078ea5608ee211d" providerId="LiveId" clId="{AADA93CB-05B3-4842-BFED-FB84C59C4D11}" dt="2026-10-01T08:30:26.712" v="147"/>
        <pc:sldMkLst>
          <pc:docMk/>
          <pc:sldMk cId="0" sldId="487"/>
        </pc:sldMkLst>
      </pc:sldChg>
      <pc:sldChg chg="addSp delSp new del mod">
        <pc:chgData name="dileep kumar" userId="2078ea5608ee211d" providerId="LiveId" clId="{AADA93CB-05B3-4842-BFED-FB84C59C4D11}" dt="2026-10-01T08:30:46.431" v="158" actId="680"/>
        <pc:sldMkLst>
          <pc:docMk/>
          <pc:sldMk cId="950928823" sldId="487"/>
        </pc:sldMkLst>
        <pc:picChg chg="add del">
          <ac:chgData name="dileep kumar" userId="2078ea5608ee211d" providerId="LiveId" clId="{AADA93CB-05B3-4842-BFED-FB84C59C4D11}" dt="2026-10-01T08:30:45.266" v="155" actId="22"/>
          <ac:picMkLst>
            <pc:docMk/>
            <pc:sldMk cId="950928823" sldId="487"/>
            <ac:picMk id="6" creationId="{EDDC3B3A-A4C3-0CC5-E330-A00F24170A0C}"/>
          </ac:picMkLst>
        </pc:picChg>
      </pc:sldChg>
    </pc:docChg>
  </pc:docChgLst>
  <pc:docChgLst>
    <pc:chgData name="Hemanth Sampathi" userId="7e8fd4da8bad32f6" providerId="LiveId" clId="{EA067E53-07EE-41BE-B636-6DCAE367BC45}"/>
    <pc:docChg chg="delSld">
      <pc:chgData name="Hemanth Sampathi" userId="7e8fd4da8bad32f6" providerId="LiveId" clId="{EA067E53-07EE-41BE-B636-6DCAE367BC45}" dt="2026-10-01T02:26:53.479" v="0" actId="47"/>
      <pc:docMkLst>
        <pc:docMk/>
      </pc:docMkLst>
      <pc:sldChg chg="del">
        <pc:chgData name="Hemanth Sampathi" userId="7e8fd4da8bad32f6" providerId="LiveId" clId="{EA067E53-07EE-41BE-B636-6DCAE367BC45}" dt="2026-10-01T02:26:53.479" v="0" actId="47"/>
        <pc:sldMkLst>
          <pc:docMk/>
          <pc:sldMk cId="0" sldId="4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topic: we normalize the railway reservation data step by step from UNF to 3NF.</a:t>
            </a:r>
          </a:p>
          <a:p>
            <a:r>
              <a:t>తెలుగు: రైల్వే రిజర్వేషన్ డేటాను UNF నుండి 3NF వరకు దశలవారీగా normalize చేస్తాము.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Normalization removes redundancy and anomalies. Each normal form fixes one specific problem.</a:t>
            </a:r>
          </a:p>
          <a:p>
            <a:r>
              <a:t>తెలుగు: Normalization వల్ల redundancy మరియు anomalies తగ్గుతాయి. ప్రతి normal form ఒక సమస్యను తొలగిస్తుంది.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PHONE_NO is multivalued, so the table is UNF. FDs: RESERVATION_ID -&gt; PASSENGER_ID, TRAIN_ID, FARE; TRAIN_ID -&gt; TRAIN_NAME; PASSENGER_ID -&gt;&gt; PHONE_NO.</a:t>
            </a:r>
          </a:p>
          <a:p>
            <a:r>
              <a:t>తెలుగు: ఒక cell లో రెండు phone numbers ఉన్నాయి, కాబట్టి ఇది UNF.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Split multivalued PHONE_NO into separate rows. New problem: partial dependency, because non-key attributes depend only on part of the key.</a:t>
            </a:r>
          </a:p>
          <a:p>
            <a:r>
              <a:t>తెలుగు: ప్రతి row లో ఒకే phone number. ఇప్పుడు partial dependency సమస్య ఉంది.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Partial dependencies removed. New problem: transitive dependency via TRAIN_ID.</a:t>
            </a:r>
          </a:p>
          <a:p>
            <a:r>
              <a:t>తెలుగు: Partial dependency తొలగించాము. ఇప్పుడు transitive dependency మిగిలింది.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TRAIN_NAME moved to its own TRAIN table. All anomalies are removed, and joining the tables gives back the original 9-row data (lossless join).</a:t>
            </a:r>
          </a:p>
          <a:p>
            <a:r>
              <a:t>తెలుగు: TRAIN_NAME ను వేరే టేబుల్ లోకి మార్చాము. అన్ని anomalies తొలగిపోయాయి.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the three steps and the final result.</a:t>
            </a:r>
          </a:p>
          <a:p>
            <a:r>
              <a:t>తెలుగు: మూడు దశల సారాంశం: multivalued, partial, transitive dependencies తొలగించాము.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02-10-2026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02-10-2026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12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563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800" dirty="0">
                <a:solidFill>
                  <a:srgbClr val="FF0000"/>
                </a:solidFill>
                <a:latin typeface="Tw Cen MT" pitchFamily="34" charset="0"/>
                <a:ea typeface="+mj-ea"/>
                <a:cs typeface="+mj-cs"/>
              </a:rPr>
              <a:t>RAILWAY RESERVATION MANAGEMENT SYSTEM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800" dirty="0">
              <a:solidFill>
                <a:srgbClr val="FF0000"/>
              </a:solidFill>
              <a:latin typeface="Tw Cen MT" pitchFamily="34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800" dirty="0">
              <a:solidFill>
                <a:srgbClr val="FF0000"/>
              </a:solidFill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916745" y="3212976"/>
            <a:ext cx="10358510" cy="141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Database Management Systems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solidFill>
                  <a:srgbClr val="002060"/>
                </a:solidFill>
                <a:latin typeface="Tw Cen MT" pitchFamily="34" charset="0"/>
              </a:rPr>
              <a:t>Department of Computer Science and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Aditya University, Surampalem</a:t>
            </a:r>
            <a:endParaRPr lang="en-US" sz="2000" dirty="0">
              <a:solidFill>
                <a:srgbClr val="002060"/>
              </a:solidFill>
              <a:latin typeface="Tw Cen MT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w Cen MT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0A919D-ABC1-A3E9-7934-82A22E7E17EA}"/>
              </a:ext>
            </a:extLst>
          </p:cNvPr>
          <p:cNvSpPr txBox="1"/>
          <p:nvPr/>
        </p:nvSpPr>
        <p:spPr>
          <a:xfrm>
            <a:off x="7608168" y="4941168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J. DILEEP KUMAR (25B11CS342)</a:t>
            </a:r>
          </a:p>
          <a:p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AKSHAY PUTTA (25B11CS022)</a:t>
            </a:r>
            <a:endParaRPr lang="en-IN" dirty="0"/>
          </a:p>
          <a:p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SAMPATHI HEMANTH  25B11CS844)</a:t>
            </a:r>
          </a:p>
          <a:p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SASANK AKULA (25B11CS027)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E263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1064240" cy="4480560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Railway reservation involves managing different types of related data. 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Passenger, train, station, reservation, ticket, and payment information are interconnected. 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Managing these related records requires proper organization and relationships between the data. 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structured database is needed to store and connect this information efficiently. 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Without a proper database structure, retrieving and maintaining related records can become complex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B7A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RAILWAY MANAGEMENT RESERVATION SYSTEM  |  DBMS CORNERSTONE PROJECT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B7A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179C68-AF72-CD80-393D-365FD8258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696" y="146304"/>
            <a:ext cx="3105150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Objectives of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88720"/>
            <a:ext cx="10515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Char char="•"/>
            </a:pPr>
            <a:r>
              <a:rPr sz="2100" b="0" dirty="0">
                <a:solidFill>
                  <a:srgbClr val="222222"/>
                </a:solidFill>
                <a:latin typeface="Calibri"/>
              </a:rPr>
              <a:t>Develop a centralized railway reservation database.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100" b="0" dirty="0">
                <a:solidFill>
                  <a:srgbClr val="222222"/>
                </a:solidFill>
                <a:latin typeface="Calibri"/>
              </a:rPr>
              <a:t>Manage passenger records, including multiple contact numbers.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100" b="0" dirty="0">
                <a:solidFill>
                  <a:srgbClr val="222222"/>
                </a:solidFill>
                <a:latin typeface="Calibri"/>
              </a:rPr>
              <a:t>Maintain train and station information.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100" b="0" dirty="0">
                <a:solidFill>
                  <a:srgbClr val="222222"/>
                </a:solidFill>
                <a:latin typeface="Calibri"/>
              </a:rPr>
              <a:t>Store reservation details: journey, class, fare, seat and coach.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100" b="0" dirty="0">
                <a:solidFill>
                  <a:srgbClr val="222222"/>
                </a:solidFill>
                <a:latin typeface="Calibri"/>
              </a:rPr>
              <a:t>Link ticket (PNR) and payment records to each reservation.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100" b="0" dirty="0">
                <a:solidFill>
                  <a:srgbClr val="222222"/>
                </a:solidFill>
                <a:latin typeface="Calibri"/>
              </a:rPr>
              <a:t>Reduce duplicate data and update anomalies; maintain referential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Existing vs Proposed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118872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Existing System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Proposed System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Manual or semi-manual records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Centralized relational database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Multiple disconnected spreadsheets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Related tables with PK, FK and constraints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Duplicate passenger and reservation records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Duplicates prevented by keys and UNIQUE rules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Hard to check seat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Available seats derived through a 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Slow searches, error-prone entry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Fast SQL-based search and reporting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Functional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1188720"/>
          <a:ext cx="1051559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Passenger Management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Add, update, search, display passengers, with multiple phone numbers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Train Management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Train identity, name, type and seat capacity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Station Management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Station name, city, state; stations served by each train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Reservation Management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Book seats; maintain journey, class, fare, seat, coach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Ticket Management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Generate and store PNR and booking date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Payment Management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Store amount, date and mode for each reservation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Search and Reporting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Retrieve information using SQL queries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400" b="1" dirty="0">
                <a:solidFill>
                  <a:srgbClr val="0070C0"/>
                </a:solidFill>
                <a:latin typeface="Maiandra GD" pitchFamily="34" charset="0"/>
              </a:rPr>
              <a:t>Non-Functional &amp; System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88720"/>
            <a:ext cx="105156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Char char="•"/>
            </a:pPr>
            <a:r>
              <a:rPr sz="2200" b="0" dirty="0">
                <a:solidFill>
                  <a:srgbClr val="222222"/>
                </a:solidFill>
                <a:latin typeface="Calibri"/>
              </a:rPr>
              <a:t>Performance – efficient results for normal reservation workloads.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 dirty="0">
                <a:solidFill>
                  <a:srgbClr val="222222"/>
                </a:solidFill>
                <a:latin typeface="Calibri"/>
              </a:rPr>
              <a:t>Integrity – no invalid references or duplicate keys.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 dirty="0">
                <a:solidFill>
                  <a:srgbClr val="222222"/>
                </a:solidFill>
                <a:latin typeface="Calibri"/>
              </a:rPr>
              <a:t>Security – controlled database privileges.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 dirty="0">
                <a:solidFill>
                  <a:srgbClr val="222222"/>
                </a:solidFill>
                <a:latin typeface="Calibri"/>
              </a:rPr>
              <a:t>Usability, Reliability (consistent transactions), Scalability.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End Users of the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1188720"/>
          <a:ext cx="1051559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Role in the System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Passenger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Provides personal details, books a seat, pays the fare and receives a ticket (PNR)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Reservation Staff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Adds and updates passenger records, processes reservations, generates tickets and records payments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Database Administrator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Creates and maintains tables and constraints, controls user privileges, takes backups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1188720"/>
          <a:ext cx="105155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9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Relationship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Passenger → Reservation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One passenger can make multiple reservations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Train → Reservation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One train can have multiple reservations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Reservation → Ticket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A reservation includes a ticket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Reservation → Payment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A reservation generates a payment record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Train ↔ Station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A train serves many stations and a station is served by many trains; implemented through the Train_Station table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Keys and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1188720"/>
          <a:ext cx="105156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Applied To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Primary Key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Passenger_ID, Train_ID, Station_Name, Reservation_ID, Ticket_ID, Payment_ID; composite keys in Passenger_Phone and Train_Station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Foreign 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Reservation → Passenger, Train;  Ticket, Payment → Reservation;  Passenger_Phone, Train_Station links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NOT NULL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Names, date of birth, journey date, source, destination, PNR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UNIQUE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PNR_ID; one ticket and one payment per reservation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Gender (M, F); Total_Seats &gt; 0; Class; Fare &gt; 0; Amount &gt; 0; Payment_Mode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Booked_Seats =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Database Schema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1188720"/>
          <a:ext cx="1051560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Relation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Attributes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PASSENGER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Passenger_ID (PK), First_Name, Last_Name, Gender, Date_of_Birth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PASSENGER_PHONE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Passenger_ID (PK, FK), Phone_No (PK)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Train_ID (PK), Train_Name, Train_Type, Total_Seats, Booked_Seats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Station_Name (PK), State, City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TRAIN_STATION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Train_ID (PK, FK), Station_Name (PK, FK)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RESERVATION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Reservation_ID (PK), Passenger_ID (FK), Train_ID (FK), Journey_Date, Source, Destination, Class, Fare, Seat_Number, Coach_No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Ticket_ID (PK), PNR_ID, Booking_Date, Reservation_ID (FK)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PAYMENT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Payment_ID (PK), Amount, Payment_Date, Payment_Mode, Reservation_ID (FK)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050348" y="104613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ER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516" y="1097280"/>
            <a:ext cx="931696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Cardinality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118872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Relationship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Cardinality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Explanation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Passenger – Passenger_Phone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One passenger can have many phone numbers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Passenger – Reservation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One passenger can make many reservations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Train – Reservation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 : M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One train can have many reservations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Reservation – Ticket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 :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Each reservation has exactly one ticket (UNIQUE)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Reservation – Payment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 : 1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Each reservation has exactly one payment (UNIQUE)</a:t>
                      </a:r>
                    </a:p>
                  </a:txBody>
                  <a:tcPr marL="73152" marR="73152" marT="27432" marB="27432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Train – Station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M : 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Resolved by Train_Station: Train 1:M Train_Station and Station 1:M Train_Station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Table Design 1: Passenger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Table creation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4846320" cy="2865400"/>
          </a:xfrm>
          <a:prstGeom prst="rect">
            <a:avLst/>
          </a:prstGeom>
          <a:solidFill>
            <a:srgbClr val="F1F5F9"/>
          </a:solidFill>
        </p:spPr>
        <p:txBody>
          <a:bodyPr wrap="square" lIns="109728" tIns="109728" rIns="109728">
            <a:spAutoFit/>
          </a:bodyPr>
          <a:lstStyle/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CREATE TABLE Passenger (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Passenger_ID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 VARCHAR2(10) PRIMARY KEY,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First_Name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 VARCHAR2(30) NOT NULL,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Last_Name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 VARCHAR2(30) NOT NULL,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Gender CHAR(1),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Date_of_Birth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 DATE NOT NULL,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CONSTRAINT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chk_gender</a:t>
            </a:r>
            <a:endParaRPr sz="1100" b="0" dirty="0">
              <a:solidFill>
                <a:srgbClr val="1E293B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  CHECK (Gender IN ('M','F'))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</a:pPr>
            <a:endParaRPr sz="1100" b="0" dirty="0">
              <a:solidFill>
                <a:srgbClr val="1E293B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CREATE OR REPLACE VIEW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v_passenger_age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 AS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SELECT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Passenger_ID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First_Name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Last_Name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Date_of_Birth,</a:t>
            </a:r>
            <a:r>
              <a:rPr lang="en-US" sz="1100" b="0" dirty="0" err="1">
                <a:solidFill>
                  <a:srgbClr val="1E293B"/>
                </a:solidFill>
                <a:latin typeface="Consolas"/>
              </a:rPr>
              <a:t>gender</a:t>
            </a:r>
            <a:r>
              <a:rPr lang="en-US" sz="1100" b="0" dirty="0">
                <a:solidFill>
                  <a:srgbClr val="1E293B"/>
                </a:solidFill>
                <a:latin typeface="Consolas"/>
              </a:rPr>
              <a:t>,</a:t>
            </a:r>
            <a:endParaRPr sz="1100" b="0" dirty="0">
              <a:solidFill>
                <a:srgbClr val="1E293B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FLOOR(MONTHS_BETWEEN(SYSDATE,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Date_of_Birth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)/12) AS Age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FROM Passenger;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Output: SELECT * FROM Passenger;</a:t>
            </a:r>
          </a:p>
        </p:txBody>
      </p:sp>
      <p:pic>
        <p:nvPicPr>
          <p:cNvPr id="900" name="Output 13" descr="Query output for 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126480" cy="31132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Table Design 2: Passenger_Phone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Table creation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4846320" cy="4754880"/>
          </a:xfrm>
          <a:prstGeom prst="rect">
            <a:avLst/>
          </a:prstGeom>
          <a:solidFill>
            <a:srgbClr val="F1F5F9"/>
          </a:solidFill>
        </p:spPr>
        <p:txBody>
          <a:bodyPr wrap="square" lIns="109728" tIns="109728" rIns="10972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CREATE TABLE Passenger_Phone (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Passenger_ID VARCHAR2(10),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Phone_No VARCHAR2(15),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pk_phones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PRIMARY KEY (Passenger_ID, Phone_No),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fk_phones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FOREIGN KEY (Passenger_ID)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REFERENCES Passenger(Passenger_ID)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Output: SELECT * FROM Passenger_Phone;</a:t>
            </a:r>
          </a:p>
        </p:txBody>
      </p:sp>
      <p:pic>
        <p:nvPicPr>
          <p:cNvPr id="900" name="Output 14" descr="Query output for 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4157444" cy="47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Table Design 3: Train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Table creation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4846320" cy="4754880"/>
          </a:xfrm>
          <a:prstGeom prst="rect">
            <a:avLst/>
          </a:prstGeom>
          <a:solidFill>
            <a:srgbClr val="F1F5F9"/>
          </a:solidFill>
        </p:spPr>
        <p:txBody>
          <a:bodyPr wrap="square" lIns="109728" tIns="109728" rIns="10972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CREATE TABLE Train (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Train_ID VARCHAR2(10) PRIMARY KEY,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Train_Name VARCHAR2(50) NOT NULL,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Train_Type VARCHAR2(20),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Total_Seats NUMBER,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Booked_Seats NUMBER DEFAULT 0,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chk_total_seats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CHECK (Total_Seats &gt; 0),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chk_booked_seats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CHECK (Booked_Seats &gt;= 0 AND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  Booked_Seats &lt;= Total_Seats)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</a:pPr>
            <a:endParaRPr sz="1100" b="0">
              <a:solidFill>
                <a:srgbClr val="1E293B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CREATE OR REPLACE VIEW v_train_seats AS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SELECT Train_ID, Train_Name, Train_Type,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Total_Seats, Booked_Seats,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(Total_Seats - Booked_Seats)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AS Available_Seats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FROM Train;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Output: SELECT * FROM Train;</a:t>
            </a:r>
          </a:p>
        </p:txBody>
      </p:sp>
      <p:pic>
        <p:nvPicPr>
          <p:cNvPr id="900" name="Output 15" descr="Query output for 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126480" cy="14672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Table Design 4: Station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Table creation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4846320" cy="4754880"/>
          </a:xfrm>
          <a:prstGeom prst="rect">
            <a:avLst/>
          </a:prstGeom>
          <a:solidFill>
            <a:srgbClr val="F1F5F9"/>
          </a:solidFill>
        </p:spPr>
        <p:txBody>
          <a:bodyPr wrap="square" lIns="109728" tIns="109728" rIns="10972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CREATE TABLE Station (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Station_Name VARCHAR2(50) PRIMARY KEY,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State VARCHAR2(50) NOT NULL,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City VARCHAR2(50) NOT NULL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Output: SELECT * FROM Station;</a:t>
            </a:r>
          </a:p>
        </p:txBody>
      </p:sp>
      <p:pic>
        <p:nvPicPr>
          <p:cNvPr id="900" name="Output 16" descr="Query output for 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000000" cy="31521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Table Design 5: Train_Station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Table creation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4846320" cy="4754880"/>
          </a:xfrm>
          <a:prstGeom prst="rect">
            <a:avLst/>
          </a:prstGeom>
          <a:solidFill>
            <a:srgbClr val="F1F5F9"/>
          </a:solidFill>
        </p:spPr>
        <p:txBody>
          <a:bodyPr wrap="square" lIns="109728" tIns="109728" rIns="10972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CREATE TABLE Train_Station (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Train_ID VARCHAR2(10),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Station_Name VARCHAR2(50),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pk_train_station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PRIMARY KEY (Train_ID, Station_Name),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fk_ts_train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FOREIGN KEY (Train_ID)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REFERENCES Train(Train_ID),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fk_ts_station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FOREIGN KEY (Station_Name)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REFERENCES Station(Station_Name)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Output: SELECT * FROM Train_Station;</a:t>
            </a:r>
          </a:p>
        </p:txBody>
      </p:sp>
      <p:graphicFrame>
        <p:nvGraphicFramePr>
          <p:cNvPr id="20" name="Table 16"/>
          <p:cNvGraphicFramePr>
            <a:graphicFrameLocks noGrp="1"/>
          </p:cNvGraphicFramePr>
          <p:nvPr/>
        </p:nvGraphicFramePr>
        <p:xfrm>
          <a:off x="5577840" y="137160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Train_ID</a:t>
                      </a:r>
                    </a:p>
                  </a:txBody>
                  <a:tcPr marL="73152" marR="73152" marT="22860" marB="228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Station_Name</a:t>
                      </a:r>
                    </a:p>
                  </a:txBody>
                  <a:tcPr marL="73152" marR="73152" marT="22860" marB="2286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T001</a:t>
                      </a:r>
                    </a:p>
                  </a:txBody>
                  <a:tcPr marL="73152" marR="73152" marT="22860" marB="22860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New Delhi</a:t>
                      </a:r>
                    </a:p>
                  </a:txBody>
                  <a:tcPr marL="73152" marR="73152" marT="22860" marB="22860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T001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Mumbai Central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T002</a:t>
                      </a:r>
                    </a:p>
                  </a:txBody>
                  <a:tcPr marL="73152" marR="73152" marT="22860" marB="22860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Chennai Central</a:t>
                      </a:r>
                    </a:p>
                  </a:txBody>
                  <a:tcPr marL="73152" marR="73152" marT="22860" marB="22860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T002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Bangalore City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T003</a:t>
                      </a:r>
                    </a:p>
                  </a:txBody>
                  <a:tcPr marL="73152" marR="73152" marT="22860" marB="22860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Howrah</a:t>
                      </a:r>
                    </a:p>
                  </a:txBody>
                  <a:tcPr marL="73152" marR="73152" marT="22860" marB="22860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T003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New Delhi</a:t>
                      </a:r>
                    </a:p>
                  </a:txBody>
                  <a:tcPr marL="73152" marR="7315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Table Design 6: Reservation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Table creation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3840480" cy="4754880"/>
          </a:xfrm>
          <a:prstGeom prst="rect">
            <a:avLst/>
          </a:prstGeom>
          <a:solidFill>
            <a:srgbClr val="F1F5F9"/>
          </a:solidFill>
        </p:spPr>
        <p:txBody>
          <a:bodyPr wrap="square" lIns="109728" tIns="109728" rIns="10972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CREATE TABLE Reservation (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Reservation_ID VARCHAR2(10) PRIMARY KEY,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Passenger_ID VARCHAR2(10) NOT NULL,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Train_ID VARCHAR2(10) NOT NULL,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Journey_Date DATE NOT NULL,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Source VARCHAR2(50) NOT NULL,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Destination VARCHAR2(50) NOT NULL,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Class VARCHAR2(20),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Fare NUMBER(10,2),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Seat_Number VARCHAR2(10),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Coach_No VARCHAR2(10),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CONSTRAINT chk_class CHECK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  (Class IN ('AC1','AC2','AC3','Sleeper')),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CONSTRAINT chk_fare CHECK (Fare &gt; 0),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CONSTRAINT fk_res_passenger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  FOREIGN KEY (Passenger_ID)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  REFERENCES Passenger(Passenger_ID),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CONSTRAINT fk_res_train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  FOREIGN KEY (Train_ID)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    REFERENCES Train(Train_ID)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1E293B"/>
                </a:solidFill>
                <a:latin typeface="Consolas"/>
              </a:rPr>
              <a:t>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Output: SELECT * FROM Reservation;</a:t>
            </a:r>
          </a:p>
        </p:txBody>
      </p:sp>
      <p:pic>
        <p:nvPicPr>
          <p:cNvPr id="900" name="Output 18" descr="Query output for 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223760" cy="24807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Table Design 7: Ticket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Table creation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4846320" cy="1511183"/>
          </a:xfrm>
          <a:prstGeom prst="rect">
            <a:avLst/>
          </a:prstGeom>
          <a:solidFill>
            <a:srgbClr val="F1F5F9"/>
          </a:solidFill>
        </p:spPr>
        <p:txBody>
          <a:bodyPr wrap="square" lIns="109728" tIns="109728" rIns="109728">
            <a:spAutoFit/>
          </a:bodyPr>
          <a:lstStyle/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CREATE TABLE Ticket (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Ticket_ID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 VARCHAR2(10) PRIMARY KEY,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PNR_ID VARCHAR2(20) NOT NULL UNIQUE,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Booking_Date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 DATE,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Reservation_ID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 VARCHAR2(10)</a:t>
            </a:r>
            <a:r>
              <a:rPr lang="en-US" sz="1100" b="0" dirty="0">
                <a:solidFill>
                  <a:srgbClr val="1E293B"/>
                </a:solidFill>
                <a:latin typeface="Consolas"/>
              </a:rPr>
              <a:t> 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NOT NULL UNIQUE,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CONSTRAINT 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fk_ticket_res</a:t>
            </a:r>
            <a:r>
              <a:rPr lang="en-US" sz="1100" dirty="0">
                <a:solidFill>
                  <a:srgbClr val="1E293B"/>
                </a:solidFill>
                <a:latin typeface="Consolas"/>
              </a:rPr>
              <a:t> 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FOREIGN KEY (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Reservation_ID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    REFERENCES Reservation(</a:t>
            </a:r>
            <a:r>
              <a:rPr sz="1100" b="0" dirty="0" err="1">
                <a:solidFill>
                  <a:srgbClr val="1E293B"/>
                </a:solidFill>
                <a:latin typeface="Consolas"/>
              </a:rPr>
              <a:t>Reservation_ID</a:t>
            </a:r>
            <a:r>
              <a:rPr sz="1100" b="0" dirty="0">
                <a:solidFill>
                  <a:srgbClr val="1E293B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1E293B"/>
                </a:solidFill>
                <a:latin typeface="Consolas"/>
              </a:rPr>
              <a:t>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Output: SELECT * FROM Ticket;</a:t>
            </a:r>
          </a:p>
        </p:txBody>
      </p:sp>
      <p:pic>
        <p:nvPicPr>
          <p:cNvPr id="900" name="Output 19" descr="Query output for 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659961" cy="475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Table Design 8: Payment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05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Table creation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71600"/>
            <a:ext cx="4846320" cy="4754880"/>
          </a:xfrm>
          <a:prstGeom prst="rect">
            <a:avLst/>
          </a:prstGeom>
          <a:solidFill>
            <a:srgbClr val="F1F5F9"/>
          </a:solidFill>
        </p:spPr>
        <p:txBody>
          <a:bodyPr wrap="square" lIns="109728" tIns="109728" rIns="10972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CREATE TABLE Payment (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Payment_ID VARCHAR2(10) PRIMARY KEY,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Amount NUMBER(10,2),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Payment_Date DATE,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Payment_Mode VARCHAR2(20),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Reservation_ID VARCHAR2(10)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NOT NULL UNIQUE,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chk_amount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CHECK (Amount &gt; 0),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chk_pay_mode CHECK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(Payment_Mode IN ('UPI','Card',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  'NetBanking')),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CONSTRAINT fk_payment_res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FOREIGN KEY (Reservation_ID)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    REFERENCES Reservation(Reservation_ID)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E293B"/>
                </a:solidFill>
                <a:latin typeface="Consolas"/>
              </a:rPr>
              <a:t>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002060"/>
                </a:solidFill>
                <a:latin typeface="Calibri"/>
              </a:rPr>
              <a:t>Output: SELECT * FROM Payment;</a:t>
            </a:r>
          </a:p>
        </p:txBody>
      </p:sp>
      <p:pic>
        <p:nvPicPr>
          <p:cNvPr id="900" name="Output 20" descr="Query output for 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126480" cy="40689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Query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1 title"/>
          <p:cNvSpPr txBox="1"/>
          <p:nvPr/>
        </p:nvSpPr>
        <p:spPr>
          <a:xfrm>
            <a:off x="548640" y="1000000"/>
            <a:ext cx="11150000" cy="33000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600" b="1" i="0">
                <a:solidFill>
                  <a:srgbClr val="002060"/>
                </a:solidFill>
                <a:latin typeface="Calibri"/>
              </a:rPr>
              <a:t>Query 1: Display all passengers</a:t>
            </a:r>
          </a:p>
        </p:txBody>
      </p:sp>
      <p:sp>
        <p:nvSpPr>
          <p:cNvPr id="8" name="Query 1 SQL"/>
          <p:cNvSpPr txBox="1"/>
          <p:nvPr/>
        </p:nvSpPr>
        <p:spPr>
          <a:xfrm>
            <a:off x="548640" y="1355000"/>
            <a:ext cx="11150000" cy="417816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* FROM passengers_3nf;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46A6E5-5843-DED2-AFBB-0910E4FB5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2816"/>
            <a:ext cx="7563584" cy="40851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Query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2 title"/>
          <p:cNvSpPr txBox="1"/>
          <p:nvPr/>
        </p:nvSpPr>
        <p:spPr>
          <a:xfrm>
            <a:off x="548640" y="1000000"/>
            <a:ext cx="3900000" cy="33000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600" b="1" i="0">
                <a:solidFill>
                  <a:srgbClr val="002060"/>
                </a:solidFill>
                <a:latin typeface="Calibri"/>
              </a:rPr>
              <a:t>Query 2: Passenger names and gender</a:t>
            </a:r>
          </a:p>
        </p:txBody>
      </p:sp>
      <p:sp>
        <p:nvSpPr>
          <p:cNvPr id="8" name="Query 2 SQL"/>
          <p:cNvSpPr txBox="1"/>
          <p:nvPr/>
        </p:nvSpPr>
        <p:spPr>
          <a:xfrm>
            <a:off x="548640" y="1355000"/>
            <a:ext cx="4683264" cy="921872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first_name</a:t>
            </a:r>
            <a:r>
              <a:rPr lang="en-US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last_name</a:t>
            </a:r>
            <a:r>
              <a:rPr lang="en-US" b="0" i="0" dirty="0">
                <a:solidFill>
                  <a:srgbClr val="1E293B"/>
                </a:solidFill>
                <a:latin typeface="Consolas"/>
              </a:rPr>
              <a:t>, gender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FROM passengers_3nf;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73B5E2-0720-3E71-B28C-DCD91CD12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20" y="1124744"/>
            <a:ext cx="5760640" cy="439248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Query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3 title"/>
          <p:cNvSpPr txBox="1"/>
          <p:nvPr/>
        </p:nvSpPr>
        <p:spPr>
          <a:xfrm>
            <a:off x="548640" y="1000000"/>
            <a:ext cx="11150000" cy="33000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600" b="1" i="0">
                <a:solidFill>
                  <a:srgbClr val="002060"/>
                </a:solidFill>
                <a:latin typeface="Calibri"/>
              </a:rPr>
              <a:t>Query 3: Display female passengers</a:t>
            </a:r>
          </a:p>
        </p:txBody>
      </p:sp>
      <p:sp>
        <p:nvSpPr>
          <p:cNvPr id="8" name="Query 3 SQL"/>
          <p:cNvSpPr txBox="1"/>
          <p:nvPr/>
        </p:nvSpPr>
        <p:spPr>
          <a:xfrm>
            <a:off x="548640" y="1355000"/>
            <a:ext cx="11150000" cy="789132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* FROM passengers_3nf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WHERE gender = 'F';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771996-E28C-45A6-1228-59F7DC015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4904"/>
            <a:ext cx="8193644" cy="25931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Queries 4 &amp;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4 title"/>
          <p:cNvSpPr txBox="1"/>
          <p:nvPr/>
        </p:nvSpPr>
        <p:spPr>
          <a:xfrm>
            <a:off x="548640" y="1000000"/>
            <a:ext cx="1115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>
                <a:solidFill>
                  <a:srgbClr val="002060"/>
                </a:solidFill>
                <a:latin typeface="Calibri"/>
              </a:rPr>
              <a:t>Query 4: Trains with over 400 seats</a:t>
            </a:r>
          </a:p>
        </p:txBody>
      </p:sp>
      <p:sp>
        <p:nvSpPr>
          <p:cNvPr id="8" name="Query 4 SQL"/>
          <p:cNvSpPr txBox="1"/>
          <p:nvPr/>
        </p:nvSpPr>
        <p:spPr>
          <a:xfrm>
            <a:off x="548640" y="1299320"/>
            <a:ext cx="11150000" cy="689520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* FROM trains_3nf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WHERE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total_seats</a:t>
            </a:r>
            <a:r>
              <a:rPr lang="en-US" b="0" i="0" dirty="0">
                <a:solidFill>
                  <a:srgbClr val="1E293B"/>
                </a:solidFill>
                <a:latin typeface="Consolas"/>
              </a:rPr>
              <a:t> &gt; 400;</a:t>
            </a:r>
          </a:p>
        </p:txBody>
      </p:sp>
      <p:sp>
        <p:nvSpPr>
          <p:cNvPr id="10" name="Query 5 title"/>
          <p:cNvSpPr txBox="1"/>
          <p:nvPr/>
        </p:nvSpPr>
        <p:spPr>
          <a:xfrm>
            <a:off x="548640" y="4000000"/>
            <a:ext cx="340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>
                <a:solidFill>
                  <a:srgbClr val="002060"/>
                </a:solidFill>
                <a:latin typeface="Calibri"/>
              </a:rPr>
              <a:t>Query 5: Available seats per train</a:t>
            </a:r>
          </a:p>
        </p:txBody>
      </p:sp>
      <p:sp>
        <p:nvSpPr>
          <p:cNvPr id="11" name="Query 5 SQL"/>
          <p:cNvSpPr txBox="1"/>
          <p:nvPr/>
        </p:nvSpPr>
        <p:spPr>
          <a:xfrm>
            <a:off x="548640" y="4299319"/>
            <a:ext cx="5043304" cy="1356865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train_name</a:t>
            </a:r>
            <a:r>
              <a:rPr lang="en-US" b="0" i="0" dirty="0">
                <a:solidFill>
                  <a:srgbClr val="1E293B"/>
                </a:solidFill>
                <a:latin typeface="Consolas"/>
              </a:rPr>
              <a:t>,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  (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total_seats</a:t>
            </a:r>
            <a:r>
              <a:rPr lang="en-US" b="0" i="0" dirty="0">
                <a:solidFill>
                  <a:srgbClr val="1E293B"/>
                </a:solidFill>
                <a:latin typeface="Consolas"/>
              </a:rPr>
              <a:t> -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booked_seats</a:t>
            </a:r>
            <a:r>
              <a:rPr lang="en-US" b="0" i="0" dirty="0">
                <a:solidFill>
                  <a:srgbClr val="1E293B"/>
                </a:solidFill>
                <a:latin typeface="Consolas"/>
              </a:rPr>
              <a:t>)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    AS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available_seats</a:t>
            </a:r>
            <a:endParaRPr lang="en-US" b="0" i="0" dirty="0">
              <a:solidFill>
                <a:srgbClr val="1E293B"/>
              </a:solidFill>
              <a:latin typeface="Consolas"/>
            </a:endParaRP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FROM trains_3nf;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1FBD2C-B7B1-50DA-C269-8CBEE0CF6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42" y="2348881"/>
            <a:ext cx="6834310" cy="12961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12ACC9-4484-85B8-6F56-40CA87566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940" y="4300439"/>
            <a:ext cx="3784464" cy="147493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Queries 6 &amp;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6 title"/>
          <p:cNvSpPr txBox="1"/>
          <p:nvPr/>
        </p:nvSpPr>
        <p:spPr>
          <a:xfrm>
            <a:off x="548640" y="1000000"/>
            <a:ext cx="340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>
                <a:solidFill>
                  <a:srgbClr val="002060"/>
                </a:solidFill>
                <a:latin typeface="Calibri"/>
              </a:rPr>
              <a:t>Query 6: Average fare of reservations</a:t>
            </a:r>
          </a:p>
        </p:txBody>
      </p:sp>
      <p:sp>
        <p:nvSpPr>
          <p:cNvPr id="8" name="Query 6 SQL"/>
          <p:cNvSpPr txBox="1"/>
          <p:nvPr/>
        </p:nvSpPr>
        <p:spPr>
          <a:xfrm>
            <a:off x="548640" y="1299320"/>
            <a:ext cx="4107200" cy="905544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AVG(fare) AS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average_fare</a:t>
            </a:r>
            <a:endParaRPr lang="en-US" b="0" i="0" dirty="0">
              <a:solidFill>
                <a:srgbClr val="1E293B"/>
              </a:solidFill>
              <a:latin typeface="Consolas"/>
            </a:endParaRP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FROM reservations_3nf;</a:t>
            </a:r>
          </a:p>
        </p:txBody>
      </p:sp>
      <p:sp>
        <p:nvSpPr>
          <p:cNvPr id="10" name="Query 7 title"/>
          <p:cNvSpPr txBox="1"/>
          <p:nvPr/>
        </p:nvSpPr>
        <p:spPr>
          <a:xfrm>
            <a:off x="548640" y="3263392"/>
            <a:ext cx="1115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 dirty="0">
                <a:solidFill>
                  <a:srgbClr val="002060"/>
                </a:solidFill>
                <a:latin typeface="Calibri"/>
              </a:rPr>
              <a:t>Query 7: Total amount collected</a:t>
            </a:r>
          </a:p>
        </p:txBody>
      </p:sp>
      <p:sp>
        <p:nvSpPr>
          <p:cNvPr id="11" name="Query 7 SQL"/>
          <p:cNvSpPr txBox="1"/>
          <p:nvPr/>
        </p:nvSpPr>
        <p:spPr>
          <a:xfrm>
            <a:off x="515912" y="3853224"/>
            <a:ext cx="4139928" cy="1015935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SUM(amount)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  AS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total_amount_collected</a:t>
            </a:r>
            <a:endParaRPr lang="en-US" b="0" i="0" dirty="0">
              <a:solidFill>
                <a:srgbClr val="1E293B"/>
              </a:solidFill>
              <a:latin typeface="Consolas"/>
            </a:endParaRP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FROM payments_3nf;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15D7F5-E205-EC08-7C6B-672828E1E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1214"/>
            <a:ext cx="2595032" cy="8955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8C8145-AACF-1B45-D90F-7A7780383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02" y="5172141"/>
            <a:ext cx="3444538" cy="944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Queries 8 &amp;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8 title"/>
          <p:cNvSpPr txBox="1"/>
          <p:nvPr/>
        </p:nvSpPr>
        <p:spPr>
          <a:xfrm>
            <a:off x="548640" y="1000000"/>
            <a:ext cx="340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>
                <a:solidFill>
                  <a:srgbClr val="002060"/>
                </a:solidFill>
                <a:latin typeface="Calibri"/>
              </a:rPr>
              <a:t>Query 8: Reservations per class</a:t>
            </a:r>
          </a:p>
        </p:txBody>
      </p:sp>
      <p:sp>
        <p:nvSpPr>
          <p:cNvPr id="8" name="Query 8 SQL"/>
          <p:cNvSpPr txBox="1"/>
          <p:nvPr/>
        </p:nvSpPr>
        <p:spPr>
          <a:xfrm>
            <a:off x="548640" y="1299320"/>
            <a:ext cx="3963184" cy="1458680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class,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  COUNT(*) AS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num_reservations</a:t>
            </a:r>
            <a:endParaRPr lang="en-US" b="0" i="0" dirty="0">
              <a:solidFill>
                <a:srgbClr val="1E293B"/>
              </a:solidFill>
              <a:latin typeface="Consolas"/>
            </a:endParaRP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FROM reservations_3nf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GROUP BY class;</a:t>
            </a:r>
          </a:p>
        </p:txBody>
      </p:sp>
      <p:sp>
        <p:nvSpPr>
          <p:cNvPr id="10" name="Query 9 title"/>
          <p:cNvSpPr txBox="1"/>
          <p:nvPr/>
        </p:nvSpPr>
        <p:spPr>
          <a:xfrm>
            <a:off x="548640" y="4100000"/>
            <a:ext cx="340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>
                <a:solidFill>
                  <a:srgbClr val="002060"/>
                </a:solidFill>
                <a:latin typeface="Calibri"/>
              </a:rPr>
              <a:t>Query 9: Payment modes above 3000</a:t>
            </a:r>
          </a:p>
        </p:txBody>
      </p:sp>
      <p:sp>
        <p:nvSpPr>
          <p:cNvPr id="11" name="Query 9 SQL"/>
          <p:cNvSpPr txBox="1"/>
          <p:nvPr/>
        </p:nvSpPr>
        <p:spPr>
          <a:xfrm>
            <a:off x="548640" y="4399320"/>
            <a:ext cx="3963184" cy="1765984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payment_mode</a:t>
            </a:r>
            <a:r>
              <a:rPr lang="en-US" b="0" i="0" dirty="0">
                <a:solidFill>
                  <a:srgbClr val="1E293B"/>
                </a:solidFill>
                <a:latin typeface="Consolas"/>
              </a:rPr>
              <a:t>,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  SUM(amount) AS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total_payment</a:t>
            </a:r>
            <a:endParaRPr lang="en-US" b="0" i="0" dirty="0">
              <a:solidFill>
                <a:srgbClr val="1E293B"/>
              </a:solidFill>
              <a:latin typeface="Consolas"/>
            </a:endParaRP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FROM payments_3nf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GROUP BY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payment_mode</a:t>
            </a:r>
            <a:endParaRPr lang="en-US" b="0" i="0" dirty="0">
              <a:solidFill>
                <a:srgbClr val="1E293B"/>
              </a:solidFill>
              <a:latin typeface="Consolas"/>
            </a:endParaRP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HAVING SUM(amount) &gt; 3000;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1EDE-84CC-40BF-D8BA-8F935F3EE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834" y="1274320"/>
            <a:ext cx="3635055" cy="20106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BBF9E0-B940-34F0-6ABD-1CF31336D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834" y="4399320"/>
            <a:ext cx="3635055" cy="155425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Query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10 title"/>
          <p:cNvSpPr txBox="1"/>
          <p:nvPr/>
        </p:nvSpPr>
        <p:spPr>
          <a:xfrm>
            <a:off x="548640" y="1000000"/>
            <a:ext cx="11150000" cy="33000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600" b="1" i="0">
                <a:solidFill>
                  <a:srgbClr val="002060"/>
                </a:solidFill>
                <a:latin typeface="Calibri"/>
              </a:rPr>
              <a:t>Query 10: Reservations sorted by fare (highest first)</a:t>
            </a:r>
          </a:p>
        </p:txBody>
      </p:sp>
      <p:sp>
        <p:nvSpPr>
          <p:cNvPr id="8" name="Query 10 SQL"/>
          <p:cNvSpPr txBox="1"/>
          <p:nvPr/>
        </p:nvSpPr>
        <p:spPr>
          <a:xfrm>
            <a:off x="548640" y="1355000"/>
            <a:ext cx="11150000" cy="777856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* FROM reservations_3nf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ORDER BY fare DESC;</a:t>
            </a:r>
          </a:p>
        </p:txBody>
      </p:sp>
      <p:pic>
        <p:nvPicPr>
          <p:cNvPr id="9" name="Query 10 outpu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04864"/>
            <a:ext cx="11150000" cy="39835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Queries 11 &amp; 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11 title"/>
          <p:cNvSpPr txBox="1"/>
          <p:nvPr/>
        </p:nvSpPr>
        <p:spPr>
          <a:xfrm>
            <a:off x="548640" y="1000000"/>
            <a:ext cx="1115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>
                <a:solidFill>
                  <a:srgbClr val="002060"/>
                </a:solidFill>
                <a:latin typeface="Calibri"/>
              </a:rPr>
              <a:t>Query 11: First name starts with A</a:t>
            </a:r>
          </a:p>
        </p:txBody>
      </p:sp>
      <p:sp>
        <p:nvSpPr>
          <p:cNvPr id="8" name="Query 11 SQL"/>
          <p:cNvSpPr txBox="1"/>
          <p:nvPr/>
        </p:nvSpPr>
        <p:spPr>
          <a:xfrm>
            <a:off x="548640" y="1299320"/>
            <a:ext cx="11150000" cy="761528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* FROM passengers_3nf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WHERE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first_name</a:t>
            </a:r>
            <a:r>
              <a:rPr lang="en-US" b="0" i="0" dirty="0">
                <a:solidFill>
                  <a:srgbClr val="1E293B"/>
                </a:solidFill>
                <a:latin typeface="Consolas"/>
              </a:rPr>
              <a:t> LIKE 'A%';</a:t>
            </a:r>
          </a:p>
        </p:txBody>
      </p:sp>
      <p:sp>
        <p:nvSpPr>
          <p:cNvPr id="10" name="Query 12 title"/>
          <p:cNvSpPr txBox="1"/>
          <p:nvPr/>
        </p:nvSpPr>
        <p:spPr>
          <a:xfrm>
            <a:off x="548640" y="3670235"/>
            <a:ext cx="340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 dirty="0">
                <a:solidFill>
                  <a:srgbClr val="002060"/>
                </a:solidFill>
                <a:latin typeface="Calibri"/>
              </a:rPr>
              <a:t>Query 12: Highest fare</a:t>
            </a:r>
          </a:p>
        </p:txBody>
      </p:sp>
      <p:sp>
        <p:nvSpPr>
          <p:cNvPr id="11" name="Query 12 SQL"/>
          <p:cNvSpPr txBox="1"/>
          <p:nvPr/>
        </p:nvSpPr>
        <p:spPr>
          <a:xfrm>
            <a:off x="542560" y="4221088"/>
            <a:ext cx="11150000" cy="773896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MAX(fare) AS </a:t>
            </a:r>
            <a:r>
              <a:rPr lang="en-US" b="0" i="0" dirty="0" err="1">
                <a:solidFill>
                  <a:srgbClr val="1E293B"/>
                </a:solidFill>
                <a:latin typeface="Consolas"/>
              </a:rPr>
              <a:t>highest_fare</a:t>
            </a:r>
            <a:endParaRPr lang="en-US" b="0" i="0" dirty="0">
              <a:solidFill>
                <a:srgbClr val="1E293B"/>
              </a:solidFill>
              <a:latin typeface="Consolas"/>
            </a:endParaRP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FROM reservations_3nf;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4F78-9428-0321-B4C6-072EBB8C9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60" y="2223059"/>
            <a:ext cx="7864522" cy="11706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E47DE7-86AC-8326-5505-EE73008D0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5434522"/>
            <a:ext cx="2304256" cy="7738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Queries 13 &amp; 14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13 title"/>
          <p:cNvSpPr txBox="1"/>
          <p:nvPr/>
        </p:nvSpPr>
        <p:spPr>
          <a:xfrm>
            <a:off x="548640" y="1000000"/>
            <a:ext cx="340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>
                <a:solidFill>
                  <a:srgbClr val="002060"/>
                </a:solidFill>
                <a:latin typeface="Calibri"/>
              </a:rPr>
              <a:t>Query 13: Total number of passengers</a:t>
            </a:r>
          </a:p>
        </p:txBody>
      </p:sp>
      <p:sp>
        <p:nvSpPr>
          <p:cNvPr id="8" name="Query 13 SQL"/>
          <p:cNvSpPr txBox="1"/>
          <p:nvPr/>
        </p:nvSpPr>
        <p:spPr>
          <a:xfrm>
            <a:off x="548640" y="1299320"/>
            <a:ext cx="4971296" cy="749808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>
                <a:solidFill>
                  <a:srgbClr val="1E293B"/>
                </a:solidFill>
                <a:latin typeface="Consolas"/>
              </a:rPr>
              <a:t>SELECT COUNT(*) AS total_passengers</a:t>
            </a:r>
          </a:p>
          <a:p>
            <a:r>
              <a:rPr lang="en-US" b="0" i="0">
                <a:solidFill>
                  <a:srgbClr val="1E293B"/>
                </a:solidFill>
                <a:latin typeface="Consolas"/>
              </a:rPr>
              <a:t>FROM passengers_3nf;</a:t>
            </a:r>
          </a:p>
        </p:txBody>
      </p:sp>
      <p:sp>
        <p:nvSpPr>
          <p:cNvPr id="10" name="Query 14 title"/>
          <p:cNvSpPr txBox="1"/>
          <p:nvPr/>
        </p:nvSpPr>
        <p:spPr>
          <a:xfrm>
            <a:off x="548640" y="3300000"/>
            <a:ext cx="3400000" cy="2743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200" b="1" i="0">
                <a:solidFill>
                  <a:srgbClr val="002060"/>
                </a:solidFill>
                <a:latin typeface="Calibri"/>
              </a:rPr>
              <a:t>Query 14: Payments per payment mode</a:t>
            </a:r>
          </a:p>
        </p:txBody>
      </p:sp>
      <p:sp>
        <p:nvSpPr>
          <p:cNvPr id="11" name="Query 14 SQL"/>
          <p:cNvSpPr txBox="1"/>
          <p:nvPr/>
        </p:nvSpPr>
        <p:spPr>
          <a:xfrm>
            <a:off x="548640" y="3599320"/>
            <a:ext cx="4971296" cy="1225872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>
                <a:solidFill>
                  <a:srgbClr val="1E293B"/>
                </a:solidFill>
                <a:latin typeface="Consolas"/>
              </a:rPr>
              <a:t>SELECT payment_mode,</a:t>
            </a:r>
          </a:p>
          <a:p>
            <a:r>
              <a:rPr lang="en-US" b="0" i="0">
                <a:solidFill>
                  <a:srgbClr val="1E293B"/>
                </a:solidFill>
                <a:latin typeface="Consolas"/>
              </a:rPr>
              <a:t>  COUNT(*) AS num_reservations</a:t>
            </a:r>
          </a:p>
          <a:p>
            <a:r>
              <a:rPr lang="en-US" b="0" i="0">
                <a:solidFill>
                  <a:srgbClr val="1E293B"/>
                </a:solidFill>
                <a:latin typeface="Consolas"/>
              </a:rPr>
              <a:t>FROM payments_3nf</a:t>
            </a:r>
          </a:p>
          <a:p>
            <a:r>
              <a:rPr lang="en-US" b="0" i="0">
                <a:solidFill>
                  <a:srgbClr val="1E293B"/>
                </a:solidFill>
                <a:latin typeface="Consolas"/>
              </a:rPr>
              <a:t>GROUP BY payment_mode;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7E5979-223D-E9E5-87F4-1793C2724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24" y="2324013"/>
            <a:ext cx="2446232" cy="9346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189DFF-B45D-53E1-5AFE-D47C03AEC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60458"/>
            <a:ext cx="4168501" cy="11964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Query 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7" name="Query 15 title"/>
          <p:cNvSpPr txBox="1"/>
          <p:nvPr/>
        </p:nvSpPr>
        <p:spPr>
          <a:xfrm>
            <a:off x="548640" y="1000000"/>
            <a:ext cx="11150000" cy="33000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r>
              <a:rPr lang="en-US" sz="1600" b="1" i="0">
                <a:solidFill>
                  <a:srgbClr val="002060"/>
                </a:solidFill>
                <a:latin typeface="Calibri"/>
              </a:rPr>
              <a:t>Query 15: Reservations with fare above 1000</a:t>
            </a:r>
          </a:p>
        </p:txBody>
      </p:sp>
      <p:sp>
        <p:nvSpPr>
          <p:cNvPr id="8" name="Query 15 SQL"/>
          <p:cNvSpPr txBox="1"/>
          <p:nvPr/>
        </p:nvSpPr>
        <p:spPr>
          <a:xfrm>
            <a:off x="548640" y="1355000"/>
            <a:ext cx="11150000" cy="777856"/>
          </a:xfrm>
          <a:prstGeom prst="rect">
            <a:avLst/>
          </a:prstGeom>
          <a:solidFill>
            <a:srgbClr val="F1F5F9"/>
          </a:solidFill>
        </p:spPr>
        <p:txBody>
          <a:bodyPr wrap="square" tIns="54864" rIns="45720">
            <a:noAutofit/>
          </a:bodyPr>
          <a:lstStyle/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SELECT * FROM reservations_3nf</a:t>
            </a:r>
          </a:p>
          <a:p>
            <a:r>
              <a:rPr lang="en-US" b="0" i="0" dirty="0">
                <a:solidFill>
                  <a:srgbClr val="1E293B"/>
                </a:solidFill>
                <a:latin typeface="Consolas"/>
              </a:rPr>
              <a:t>WHERE fare &gt; 1000;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702B6C-3456-6A5F-24DD-A9F4943CD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4904"/>
            <a:ext cx="11150000" cy="33843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Normalization – From UNF to 3NF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Railway Reservation Management System  |  DBMS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342900" indent="-342900">
              <a:spcAft>
                <a:spcPts val="6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Normalization organizes a table to remove redundancy and anomalies.</a:t>
            </a:r>
          </a:p>
          <a:p>
            <a:pPr marL="342900" indent="-342900">
              <a:spcAft>
                <a:spcPts val="6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We normalize the railway reservation data step by step: UNF → 1NF → 2NF → 3NF.</a:t>
            </a:r>
          </a:p>
          <a:p>
            <a:pPr marL="342900" indent="-342900">
              <a:spcAft>
                <a:spcPts val="6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</a:rPr>
              <a:t>Each normal form fixes one specific kind of problem.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83280"/>
            <a:ext cx="1737360" cy="118872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383280"/>
            <a:ext cx="173736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002060"/>
                </a:solidFill>
                <a:latin typeface="Calibri"/>
              </a:rPr>
              <a:t>UNF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09160"/>
            <a:ext cx="2194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222222"/>
                </a:solidFill>
                <a:latin typeface="Calibri"/>
              </a:rPr>
              <a:t>Cells hold many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566160"/>
            <a:ext cx="10058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70C0"/>
                </a:solidFill>
                <a:latin typeface="Calibri"/>
              </a:rPr>
              <a:t>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383280"/>
            <a:ext cx="1737360" cy="118872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9000" y="3383280"/>
            <a:ext cx="173736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002060"/>
                </a:solidFill>
                <a:latin typeface="Calibri"/>
              </a:rPr>
              <a:t>1NF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709160"/>
            <a:ext cx="2194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222222"/>
                </a:solidFill>
                <a:latin typeface="Calibri"/>
              </a:rPr>
              <a:t>Every cell is atomic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566160"/>
            <a:ext cx="10058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70C0"/>
                </a:solidFill>
                <a:latin typeface="Calibri"/>
              </a:rP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383280"/>
            <a:ext cx="1737360" cy="118872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3383280"/>
            <a:ext cx="173736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002060"/>
                </a:solidFill>
                <a:latin typeface="Calibri"/>
              </a:rPr>
              <a:t>2NF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2194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222222"/>
                </a:solidFill>
                <a:latin typeface="Calibri"/>
              </a:rPr>
              <a:t>Full dependency on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566160"/>
            <a:ext cx="10058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070C0"/>
                </a:solidFill>
                <a:latin typeface="Calibri"/>
              </a:rPr>
              <a:t>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3383280"/>
            <a:ext cx="1737360" cy="118872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15400" y="3383280"/>
            <a:ext cx="173736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3NF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709160"/>
            <a:ext cx="2194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222222"/>
                </a:solidFill>
                <a:latin typeface="Calibri"/>
              </a:rPr>
              <a:t>Only the key decides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What is Normalization?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005840"/>
            <a:ext cx="10515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1">
                <a:solidFill>
                  <a:srgbClr val="002060"/>
                </a:solidFill>
                <a:latin typeface="Calibri"/>
              </a:rPr>
              <a:t>Organizing a table to remove redundancy and anomalies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55448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173736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1737360"/>
            <a:ext cx="1554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002060"/>
                </a:solidFill>
                <a:latin typeface="Calibri"/>
              </a:rPr>
              <a:t>UNF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377440"/>
            <a:ext cx="20574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Cells hold many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017520"/>
            <a:ext cx="2057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1">
                <a:solidFill>
                  <a:srgbClr val="B42318"/>
                </a:solidFill>
                <a:latin typeface="Calibri"/>
              </a:rPr>
              <a:t>Fixes: Multivalued PHONE_NO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39" y="155448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703320" y="173736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03320" y="173736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737360"/>
            <a:ext cx="1554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002060"/>
                </a:solidFill>
                <a:latin typeface="Calibri"/>
              </a:rPr>
              <a:t>1NF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2377440"/>
            <a:ext cx="20574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Every cell is atomic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017520"/>
            <a:ext cx="2057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1">
                <a:solidFill>
                  <a:srgbClr val="B42318"/>
                </a:solidFill>
                <a:latin typeface="Calibri"/>
              </a:rPr>
              <a:t>Fixes: Partial dependency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55448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737360"/>
            <a:ext cx="1554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002060"/>
                </a:solidFill>
                <a:latin typeface="Calibri"/>
              </a:rPr>
              <a:t>2NF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377440"/>
            <a:ext cx="20574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Full dependency on key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017520"/>
            <a:ext cx="2057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1">
                <a:solidFill>
                  <a:srgbClr val="B42318"/>
                </a:solidFill>
                <a:latin typeface="Calibri"/>
              </a:rPr>
              <a:t>Fixes: Transitive dependency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155448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98280" y="17373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98280" y="173736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70C0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1737360"/>
            <a:ext cx="1554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3NF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2377440"/>
            <a:ext cx="20574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Only the key decides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017520"/>
            <a:ext cx="2057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Fixes: Clean design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3977639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" y="4069080"/>
            <a:ext cx="101498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Why normalize?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Without it, we face insertion, deletion and update anomalies, and the same data is stored again and again. Each form removes one kind of problem.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1. Unnormalized Form (UNF)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02060"/>
                </a:solidFill>
                <a:latin typeface="Calibri"/>
              </a:rPr>
              <a:t>Table: railway_unf (6 rows)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417320"/>
            <a:ext cx="9692640" cy="321151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22960" y="4857436"/>
            <a:ext cx="5120640" cy="1314763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B8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48876"/>
            <a:ext cx="4846320" cy="113188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B42318"/>
                </a:solidFill>
                <a:latin typeface="Calibri"/>
              </a:rPr>
              <a:t>Problem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PHONE_NO has two values in one cell (R101, R102, R104). A cell must hold one value.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57436"/>
            <a:ext cx="5120640" cy="1314763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B8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4948876"/>
            <a:ext cx="4846320" cy="113188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B42318"/>
                </a:solidFill>
                <a:latin typeface="Calibri"/>
              </a:rPr>
              <a:t>Anomalies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Insert: new train needs a reservation.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Delete: removing R105 loses P4's phone.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Search: needs LIKE '%...%'.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2. First Normal Form (1NF)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002060"/>
                </a:solidFill>
                <a:latin typeface="Calibri"/>
              </a:rPr>
              <a:t>Table: railway_1nf (6 rows became 9)  |  Key: (RESERVATION_ID, PHONE_NO)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028" y="1417320"/>
            <a:ext cx="6917639" cy="3246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22960" y="4892040"/>
            <a:ext cx="5120640" cy="128016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B8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83479"/>
            <a:ext cx="484632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Fix applied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One phone number per row. Every cell is now atomic.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92040"/>
            <a:ext cx="5120640" cy="128016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B8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4983479"/>
            <a:ext cx="484632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B42318"/>
                </a:solidFill>
                <a:latin typeface="Calibri"/>
              </a:rPr>
              <a:t>Remaining problem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Partial dependency: train and fare details depend only on RESERVATION_ID. They repeat in every phone row.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3. Second Normal Form (2NF)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002060"/>
                </a:solidFill>
                <a:latin typeface="Calibri"/>
              </a:rPr>
              <a:t>Partial dependency removed by splitting into two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463040"/>
            <a:ext cx="5943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railway_2nf_reservation  (Key: RESERVATION_ID)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4760" y="1463040"/>
            <a:ext cx="375397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railway_2nf_phone  (Key: both columns)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5943600" cy="1439912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760" y="1920240"/>
            <a:ext cx="3753975" cy="25146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22960" y="484632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B8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937759"/>
            <a:ext cx="4846320" cy="114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Fix applied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Reservation details and phone numbers are in separate tables. Each non-key column depends on the whole key.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4632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B8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4937759"/>
            <a:ext cx="4846320" cy="114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B42318"/>
                </a:solidFill>
                <a:latin typeface="Calibri"/>
              </a:rPr>
              <a:t>Remaining problem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Transitive dependency: RESERVATION_ID → TRAIN_ID → TRAIN_NAME. The train name still repeats.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4. Third Normal Form (3NF)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1">
                <a:solidFill>
                  <a:srgbClr val="002060"/>
                </a:solidFill>
                <a:latin typeface="Calibri"/>
              </a:rPr>
              <a:t>Transitive dependency removed: three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463040"/>
            <a:ext cx="2834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463040"/>
            <a:ext cx="4206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RESERVATION  (TRAIN_ID is a foreign key)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463040"/>
            <a:ext cx="2926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PASSENGER_PHONE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19"/>
            <a:ext cx="2834640" cy="123245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874519"/>
            <a:ext cx="4206240" cy="154845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874519"/>
            <a:ext cx="2926080" cy="1981807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2960" y="4297680"/>
            <a:ext cx="2423160" cy="173736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2148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FC000"/>
                </a:solidFill>
                <a:latin typeface="Calibri"/>
              </a:rPr>
              <a:t>Insert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Add a train without a reservation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39" y="4297680"/>
            <a:ext cx="2423160" cy="173736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599" y="4434840"/>
            <a:ext cx="2148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FC000"/>
                </a:solidFill>
                <a:latin typeface="Calibri"/>
              </a:rPr>
              <a:t>Delete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Deleting a booking keeps train and phone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97680"/>
            <a:ext cx="2423160" cy="173736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4434840"/>
            <a:ext cx="2148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FC000"/>
                </a:solidFill>
                <a:latin typeface="Calibri"/>
              </a:rPr>
              <a:t>Update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Change a train name in one row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4297680"/>
            <a:ext cx="2423160" cy="173736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0" y="4434840"/>
            <a:ext cx="2148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FC000"/>
                </a:solidFill>
                <a:latin typeface="Calibri"/>
              </a:rPr>
              <a:t>Redundancy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Each name and phone stored once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1188720"/>
          <a:ext cx="10515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Problem removed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Calibri"/>
                        </a:rPr>
                        <a:t>1   UNF to 1NF</a:t>
                      </a:r>
                    </a:p>
                  </a:txBody>
                  <a:tcPr marL="73152" marR="73152" marT="27432" marB="27432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Multivalued PHONE_NO</a:t>
                      </a:r>
                    </a:p>
                  </a:txBody>
                  <a:tcPr marL="73152" marR="73152" marT="27432" marB="27432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One phone per row</a:t>
                      </a:r>
                    </a:p>
                  </a:txBody>
                  <a:tcPr marL="73152" marR="73152" marT="27432" marB="27432" anchor="ctr"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Calibri"/>
                        </a:rPr>
                        <a:t>2   1NF to 2NF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Partial dependency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Separate reservation and phone tables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Calibri"/>
                        </a:rPr>
                        <a:t>3   2NF to 3NF</a:t>
                      </a:r>
                    </a:p>
                  </a:txBody>
                  <a:tcPr marL="73152" marR="73152" marT="27432" marB="27432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Transitive dependency</a:t>
                      </a:r>
                    </a:p>
                  </a:txBody>
                  <a:tcPr marL="73152" marR="73152" marT="27432" marB="27432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Calibri"/>
                        </a:rPr>
                        <a:t>Separate TRAIN table</a:t>
                      </a:r>
                    </a:p>
                  </a:txBody>
                  <a:tcPr marL="73152" marR="73152" marT="27432" marB="27432" anchor="ctr"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22960" y="448056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101498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Result: </a:t>
            </a:r>
            <a:r>
              <a:rPr sz="1800" b="1" i="0">
                <a:solidFill>
                  <a:srgbClr val="0070C0"/>
                </a:solidFill>
                <a:latin typeface="Calibri"/>
              </a:rPr>
              <a:t>consistent data, minimum redundancy, and no data lost.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887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A structured relational database for passengers, phones, trains, stations, reservations, tickets and payments.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Normalized up to 3NF to reduce redundancy and anomalies.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Derived views compute passenger age and available seats.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SQL queries support common reservation reports.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2743200" y="118872"/>
            <a:ext cx="8595360" cy="749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Future Enhancements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887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Cancellation, refund, RAC and wait-list management.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Real-time seat availability and automatic seat allocation.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Online payment gateway and SMS/email notifications.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Role-based access, audit logging and stronger security.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Web and mobile application interfaces.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02-10-2026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Database Management Systems                              Railway Reservation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6615</TotalTime>
  <Words>3279</Words>
  <Application>Microsoft Office PowerPoint</Application>
  <PresentationFormat>Widescreen</PresentationFormat>
  <Paragraphs>573</Paragraphs>
  <Slides>40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Aptos</vt:lpstr>
      <vt:lpstr>Arial</vt:lpstr>
      <vt:lpstr>Calibri</vt:lpstr>
      <vt:lpstr>Calibri Light</vt:lpstr>
      <vt:lpstr>Cambria</vt:lpstr>
      <vt:lpstr>Consolas</vt:lpstr>
      <vt:lpstr>Maiandra GD</vt:lpstr>
      <vt:lpstr>Tw Cen MT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dileep kumar</cp:lastModifiedBy>
  <cp:revision>722</cp:revision>
  <cp:lastPrinted>2023-06-09T04:58:36Z</cp:lastPrinted>
  <dcterms:created xsi:type="dcterms:W3CDTF">2019-12-14T03:50:52Z</dcterms:created>
  <dcterms:modified xsi:type="dcterms:W3CDTF">2026-10-02T15:05:41Z</dcterms:modified>
</cp:coreProperties>
</file>